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Alata"/>
      <p:regular r:id="rId19"/>
    </p:embeddedFont>
    <p:embeddedFont>
      <p:font typeface="Noto Sans Symbols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7KVBC7ahH03/uHRr0+qyWEEVD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20" Type="http://schemas.openxmlformats.org/officeDocument/2006/relationships/font" Target="fonts/NotoSansSymbols-regular.fntdata"/><Relationship Id="rId22" Type="http://customschemas.google.com/relationships/presentationmetadata" Target="metadata"/><Relationship Id="rId21" Type="http://schemas.openxmlformats.org/officeDocument/2006/relationships/font" Target="fonts/NotoSansSymbols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10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19" Type="http://schemas.openxmlformats.org/officeDocument/2006/relationships/font" Target="fonts/Alata-regular.fntdata"/><Relationship Id="rId18" Type="http://schemas.openxmlformats.org/officeDocument/2006/relationships/font" Target="fonts/Montserra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b9b28fcc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g3b9b28fcce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4"/>
          <p:cNvSpPr txBox="1"/>
          <p:nvPr>
            <p:ph type="title"/>
          </p:nvPr>
        </p:nvSpPr>
        <p:spPr>
          <a:xfrm>
            <a:off x="714240" y="451440"/>
            <a:ext cx="4328280" cy="28972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4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" type="blank">
  <p:cSld name="BLANK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3517200" y="756360"/>
            <a:ext cx="4912200" cy="11059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11" name="Google Shape;11;p15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12" name="Google Shape;12;p15"/>
            <p:cNvSpPr/>
            <p:nvPr/>
          </p:nvSpPr>
          <p:spPr>
            <a:xfrm>
              <a:off x="0" y="0"/>
              <a:ext cx="9143640" cy="34272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3" name="Google Shape;13;p15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14" name="Google Shape;14;p15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" name="Google Shape;15;p15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" name="Google Shape;16;p15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17" name="Google Shape;17;p15"/>
          <p:cNvGrpSpPr/>
          <p:nvPr/>
        </p:nvGrpSpPr>
        <p:grpSpPr>
          <a:xfrm>
            <a:off x="66600" y="204480"/>
            <a:ext cx="9077040" cy="4939200"/>
            <a:chOff x="66600" y="204480"/>
            <a:chExt cx="9077040" cy="4939200"/>
          </a:xfrm>
        </p:grpSpPr>
        <p:grpSp>
          <p:nvGrpSpPr>
            <p:cNvPr id="18" name="Google Shape;18;p15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19" name="Google Shape;19;p15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grpSp>
            <p:nvGrpSpPr>
              <p:cNvPr id="20" name="Google Shape;20;p15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21" name="Google Shape;21;p15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2" name="Google Shape;22;p15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3" name="Google Shape;23;p15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  <p:cxnSp>
          <p:nvCxnSpPr>
            <p:cNvPr id="24" name="Google Shape;24;p15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noFill/>
            <a:ln cap="flat" cmpd="sng" w="9525">
              <a:solidFill>
                <a:srgbClr val="7EACE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_1_1">
  <p:cSld name="CUSTOM_3_1_1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16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28" name="Google Shape;28;p16"/>
            <p:cNvSpPr/>
            <p:nvPr/>
          </p:nvSpPr>
          <p:spPr>
            <a:xfrm>
              <a:off x="0" y="0"/>
              <a:ext cx="9143640" cy="34272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29" name="Google Shape;29;p16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30" name="Google Shape;30;p16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1" name="Google Shape;31;p16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2" name="Google Shape;32;p16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33" name="Google Shape;33;p16"/>
          <p:cNvSpPr txBox="1"/>
          <p:nvPr>
            <p:ph type="title"/>
          </p:nvPr>
        </p:nvSpPr>
        <p:spPr>
          <a:xfrm>
            <a:off x="714240" y="685800"/>
            <a:ext cx="3422160" cy="10832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4" name="Google Shape;34;p16"/>
          <p:cNvSpPr txBox="1"/>
          <p:nvPr>
            <p:ph idx="1" type="body"/>
          </p:nvPr>
        </p:nvSpPr>
        <p:spPr>
          <a:xfrm>
            <a:off x="4664160" y="1227600"/>
            <a:ext cx="3145320" cy="28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5">
  <p:cSld name="CUSTOM_5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oogle Shape;36;p17"/>
          <p:cNvGrpSpPr/>
          <p:nvPr/>
        </p:nvGrpSpPr>
        <p:grpSpPr>
          <a:xfrm>
            <a:off x="213840" y="123840"/>
            <a:ext cx="8552520" cy="4510080"/>
            <a:chOff x="213840" y="123840"/>
            <a:chExt cx="8552520" cy="4510080"/>
          </a:xfrm>
        </p:grpSpPr>
        <p:sp>
          <p:nvSpPr>
            <p:cNvPr id="37" name="Google Shape;37;p17"/>
            <p:cNvSpPr/>
            <p:nvPr/>
          </p:nvSpPr>
          <p:spPr>
            <a:xfrm flipH="1">
              <a:off x="213840" y="123840"/>
              <a:ext cx="8552520" cy="4510080"/>
            </a:xfrm>
            <a:prstGeom prst="roundRect">
              <a:avLst>
                <a:gd fmla="val 4601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" name="Google Shape;38;p17"/>
            <p:cNvSpPr/>
            <p:nvPr/>
          </p:nvSpPr>
          <p:spPr>
            <a:xfrm flipH="1">
              <a:off x="300240" y="403920"/>
              <a:ext cx="8403840" cy="4151520"/>
            </a:xfrm>
            <a:prstGeom prst="roundRect">
              <a:avLst>
                <a:gd fmla="val 479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" name="Google Shape;39;p17"/>
            <p:cNvSpPr/>
            <p:nvPr/>
          </p:nvSpPr>
          <p:spPr>
            <a:xfrm flipH="1">
              <a:off x="299160" y="219240"/>
              <a:ext cx="100440" cy="100440"/>
            </a:xfrm>
            <a:custGeom>
              <a:rect b="b" l="l" r="r" t="t"/>
              <a:pathLst>
                <a:path extrusionOk="0" h="349" w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50400" lIns="91425" spcFirstLastPara="1" rIns="91425" wrap="square" tIns="50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" name="Google Shape;40;p17"/>
            <p:cNvSpPr/>
            <p:nvPr/>
          </p:nvSpPr>
          <p:spPr>
            <a:xfrm flipH="1">
              <a:off x="463320" y="219240"/>
              <a:ext cx="100080" cy="100440"/>
            </a:xfrm>
            <a:custGeom>
              <a:rect b="b" l="l" r="r" t="t"/>
              <a:pathLst>
                <a:path extrusionOk="0" h="349" w="348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50400" lIns="91425" spcFirstLastPara="1" rIns="91425" wrap="square" tIns="50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" name="Google Shape;41;p17"/>
            <p:cNvSpPr/>
            <p:nvPr/>
          </p:nvSpPr>
          <p:spPr>
            <a:xfrm flipH="1">
              <a:off x="629280" y="217800"/>
              <a:ext cx="121320" cy="103320"/>
            </a:xfrm>
            <a:custGeom>
              <a:rect b="b" l="l" r="r" t="t"/>
              <a:pathLst>
                <a:path extrusionOk="0" h="359" w="422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1825" lIns="91425" spcFirstLastPara="1" rIns="91425" wrap="square" tIns="51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42" name="Google Shape;42;p17"/>
          <p:cNvGrpSpPr/>
          <p:nvPr/>
        </p:nvGrpSpPr>
        <p:grpSpPr>
          <a:xfrm>
            <a:off x="393480" y="461880"/>
            <a:ext cx="8552520" cy="4510080"/>
            <a:chOff x="393480" y="461880"/>
            <a:chExt cx="8552520" cy="4510080"/>
          </a:xfrm>
        </p:grpSpPr>
        <p:sp>
          <p:nvSpPr>
            <p:cNvPr id="43" name="Google Shape;43;p17"/>
            <p:cNvSpPr/>
            <p:nvPr/>
          </p:nvSpPr>
          <p:spPr>
            <a:xfrm flipH="1">
              <a:off x="393480" y="461880"/>
              <a:ext cx="8552520" cy="4510080"/>
            </a:xfrm>
            <a:prstGeom prst="roundRect">
              <a:avLst>
                <a:gd fmla="val 4601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" name="Google Shape;44;p17"/>
            <p:cNvSpPr/>
            <p:nvPr/>
          </p:nvSpPr>
          <p:spPr>
            <a:xfrm flipH="1">
              <a:off x="479520" y="741960"/>
              <a:ext cx="8403840" cy="4151520"/>
            </a:xfrm>
            <a:prstGeom prst="roundRect">
              <a:avLst>
                <a:gd fmla="val 4795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" name="Google Shape;45;p17"/>
            <p:cNvSpPr/>
            <p:nvPr/>
          </p:nvSpPr>
          <p:spPr>
            <a:xfrm flipH="1">
              <a:off x="478800" y="556920"/>
              <a:ext cx="100440" cy="100440"/>
            </a:xfrm>
            <a:custGeom>
              <a:rect b="b" l="l" r="r" t="t"/>
              <a:pathLst>
                <a:path extrusionOk="0" h="349" w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50400" lIns="91425" spcFirstLastPara="1" rIns="91425" wrap="square" tIns="50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" name="Google Shape;46;p17"/>
            <p:cNvSpPr/>
            <p:nvPr/>
          </p:nvSpPr>
          <p:spPr>
            <a:xfrm flipH="1">
              <a:off x="642600" y="556920"/>
              <a:ext cx="100080" cy="100440"/>
            </a:xfrm>
            <a:custGeom>
              <a:rect b="b" l="l" r="r" t="t"/>
              <a:pathLst>
                <a:path extrusionOk="0" h="349" w="348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50400" lIns="91425" spcFirstLastPara="1" rIns="91425" wrap="square" tIns="50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" name="Google Shape;47;p17"/>
            <p:cNvSpPr/>
            <p:nvPr/>
          </p:nvSpPr>
          <p:spPr>
            <a:xfrm flipH="1">
              <a:off x="808920" y="555480"/>
              <a:ext cx="121320" cy="103320"/>
            </a:xfrm>
            <a:custGeom>
              <a:rect b="b" l="l" r="r" t="t"/>
              <a:pathLst>
                <a:path extrusionOk="0" h="359" w="422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51825" lIns="91425" spcFirstLastPara="1" rIns="91425" wrap="square" tIns="51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48" name="Google Shape;48;p17"/>
          <p:cNvSpPr txBox="1"/>
          <p:nvPr>
            <p:ph type="title"/>
          </p:nvPr>
        </p:nvSpPr>
        <p:spPr>
          <a:xfrm>
            <a:off x="1019160" y="808560"/>
            <a:ext cx="3552480" cy="10375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9" name="Google Shape;49;p17"/>
          <p:cNvSpPr/>
          <p:nvPr/>
        </p:nvSpPr>
        <p:spPr>
          <a:xfrm>
            <a:off x="1019160" y="3813120"/>
            <a:ext cx="3422160" cy="685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b="0" i="0" lang="en-US" sz="900" u="sng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-US" sz="9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icons, infographics &amp; images by </a:t>
            </a:r>
            <a:r>
              <a:rPr b="0" i="0" lang="en-US" sz="900" u="sng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-US" sz="900" u="none" cap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and illustrations</a:t>
            </a:r>
            <a:endParaRPr b="0" i="0" sz="9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_NUMBER">
  <p:cSld name="BIG_NUMBER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hasCustomPrompt="1" type="title"/>
          </p:nvPr>
        </p:nvSpPr>
        <p:spPr>
          <a:xfrm>
            <a:off x="1636560" y="2097360"/>
            <a:ext cx="6213600" cy="11260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>
  <p:cSld name="CUSTOM_25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817200" y="2706480"/>
            <a:ext cx="2395800" cy="1921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0">
  <p:cSld name="CUSTOM_10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1"/>
          <p:cNvSpPr txBox="1"/>
          <p:nvPr>
            <p:ph type="title"/>
          </p:nvPr>
        </p:nvSpPr>
        <p:spPr>
          <a:xfrm>
            <a:off x="3372840" y="1726560"/>
            <a:ext cx="3818160" cy="1317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" name="Google Shape;58;p21"/>
          <p:cNvSpPr txBox="1"/>
          <p:nvPr>
            <p:ph idx="2" type="title"/>
          </p:nvPr>
        </p:nvSpPr>
        <p:spPr>
          <a:xfrm>
            <a:off x="1848600" y="1554480"/>
            <a:ext cx="1454760" cy="13978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">
  <p:cSld name="CUSTOM_21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2203560" y="2887560"/>
            <a:ext cx="4279320" cy="84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1" name="Google Shape;61;p22"/>
          <p:cNvSpPr txBox="1"/>
          <p:nvPr>
            <p:ph idx="2" type="title"/>
          </p:nvPr>
        </p:nvSpPr>
        <p:spPr>
          <a:xfrm>
            <a:off x="2819520" y="1543680"/>
            <a:ext cx="3047760" cy="13978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>
  <p:cSld name="CUSTOM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3"/>
          <p:cNvSpPr txBox="1"/>
          <p:nvPr>
            <p:ph type="title"/>
          </p:nvPr>
        </p:nvSpPr>
        <p:spPr>
          <a:xfrm>
            <a:off x="714240" y="430560"/>
            <a:ext cx="771516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23"/>
          <p:cNvSpPr txBox="1"/>
          <p:nvPr>
            <p:ph idx="2" type="title"/>
          </p:nvPr>
        </p:nvSpPr>
        <p:spPr>
          <a:xfrm>
            <a:off x="1662120" y="1536840"/>
            <a:ext cx="266652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23"/>
          <p:cNvSpPr txBox="1"/>
          <p:nvPr>
            <p:ph idx="3" type="title"/>
          </p:nvPr>
        </p:nvSpPr>
        <p:spPr>
          <a:xfrm>
            <a:off x="766800" y="1586880"/>
            <a:ext cx="904320" cy="5839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6" name="Google Shape;66;p23"/>
          <p:cNvSpPr txBox="1"/>
          <p:nvPr>
            <p:ph idx="4" type="title"/>
          </p:nvPr>
        </p:nvSpPr>
        <p:spPr>
          <a:xfrm>
            <a:off x="1662120" y="3098880"/>
            <a:ext cx="266652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7" name="Google Shape;67;p23"/>
          <p:cNvSpPr txBox="1"/>
          <p:nvPr>
            <p:ph idx="5" type="title"/>
          </p:nvPr>
        </p:nvSpPr>
        <p:spPr>
          <a:xfrm>
            <a:off x="766800" y="3148920"/>
            <a:ext cx="904320" cy="5839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8" name="Google Shape;68;p23"/>
          <p:cNvSpPr txBox="1"/>
          <p:nvPr>
            <p:ph idx="6" type="title"/>
          </p:nvPr>
        </p:nvSpPr>
        <p:spPr>
          <a:xfrm>
            <a:off x="5653080" y="1536840"/>
            <a:ext cx="272412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9" name="Google Shape;69;p23"/>
          <p:cNvSpPr txBox="1"/>
          <p:nvPr>
            <p:ph idx="7" type="title"/>
          </p:nvPr>
        </p:nvSpPr>
        <p:spPr>
          <a:xfrm>
            <a:off x="4757760" y="1586880"/>
            <a:ext cx="904320" cy="5839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0" name="Google Shape;70;p23"/>
          <p:cNvSpPr txBox="1"/>
          <p:nvPr>
            <p:ph idx="8" type="title"/>
          </p:nvPr>
        </p:nvSpPr>
        <p:spPr>
          <a:xfrm>
            <a:off x="5653080" y="3098880"/>
            <a:ext cx="272412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1" name="Google Shape;71;p23"/>
          <p:cNvSpPr txBox="1"/>
          <p:nvPr>
            <p:ph idx="9" type="title"/>
          </p:nvPr>
        </p:nvSpPr>
        <p:spPr>
          <a:xfrm>
            <a:off x="4757760" y="3148920"/>
            <a:ext cx="904320" cy="5839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8">
  <p:cSld name="CUSTOM_8"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714240" y="430560"/>
            <a:ext cx="771516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4" name="Google Shape;74;p24"/>
          <p:cNvSpPr txBox="1"/>
          <p:nvPr>
            <p:ph idx="2" type="title"/>
          </p:nvPr>
        </p:nvSpPr>
        <p:spPr>
          <a:xfrm>
            <a:off x="738360" y="2603520"/>
            <a:ext cx="1453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5" name="Google Shape;75;p24"/>
          <p:cNvSpPr txBox="1"/>
          <p:nvPr>
            <p:ph idx="3" type="title"/>
          </p:nvPr>
        </p:nvSpPr>
        <p:spPr>
          <a:xfrm>
            <a:off x="738360" y="2103480"/>
            <a:ext cx="904320" cy="5839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6" name="Google Shape;76;p24"/>
          <p:cNvSpPr txBox="1"/>
          <p:nvPr>
            <p:ph idx="4" type="title"/>
          </p:nvPr>
        </p:nvSpPr>
        <p:spPr>
          <a:xfrm>
            <a:off x="4798080" y="2603520"/>
            <a:ext cx="1453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7" name="Google Shape;77;p24"/>
          <p:cNvSpPr txBox="1"/>
          <p:nvPr>
            <p:ph idx="5" type="title"/>
          </p:nvPr>
        </p:nvSpPr>
        <p:spPr>
          <a:xfrm>
            <a:off x="4798080" y="2103480"/>
            <a:ext cx="904320" cy="5839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8" name="Google Shape;78;p24"/>
          <p:cNvSpPr txBox="1"/>
          <p:nvPr>
            <p:ph idx="6" type="title"/>
          </p:nvPr>
        </p:nvSpPr>
        <p:spPr>
          <a:xfrm>
            <a:off x="2768040" y="2603520"/>
            <a:ext cx="1453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9" name="Google Shape;79;p24"/>
          <p:cNvSpPr txBox="1"/>
          <p:nvPr>
            <p:ph idx="7" type="title"/>
          </p:nvPr>
        </p:nvSpPr>
        <p:spPr>
          <a:xfrm>
            <a:off x="2768040" y="2103480"/>
            <a:ext cx="904320" cy="5839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0" name="Google Shape;80;p24"/>
          <p:cNvSpPr txBox="1"/>
          <p:nvPr>
            <p:ph idx="8" type="title"/>
          </p:nvPr>
        </p:nvSpPr>
        <p:spPr>
          <a:xfrm>
            <a:off x="6827760" y="2603520"/>
            <a:ext cx="1572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1" name="Google Shape;81;p24"/>
          <p:cNvSpPr txBox="1"/>
          <p:nvPr>
            <p:ph idx="9" type="title"/>
          </p:nvPr>
        </p:nvSpPr>
        <p:spPr>
          <a:xfrm>
            <a:off x="6827760" y="2103480"/>
            <a:ext cx="904320" cy="5839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82" name="Google Shape;82;p24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83" name="Google Shape;83;p24"/>
            <p:cNvSpPr/>
            <p:nvPr/>
          </p:nvSpPr>
          <p:spPr>
            <a:xfrm>
              <a:off x="0" y="0"/>
              <a:ext cx="9143640" cy="34272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84" name="Google Shape;84;p24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85" name="Google Shape;85;p24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6" name="Google Shape;86;p24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87" name="Google Shape;87;p24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">
  <p:cSld name="CUSTOM_1"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5"/>
          <p:cNvSpPr txBox="1"/>
          <p:nvPr>
            <p:ph type="title"/>
          </p:nvPr>
        </p:nvSpPr>
        <p:spPr>
          <a:xfrm>
            <a:off x="1398240" y="1481040"/>
            <a:ext cx="680724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0" name="Google Shape;90;p25"/>
          <p:cNvSpPr txBox="1"/>
          <p:nvPr>
            <p:ph idx="2" type="title"/>
          </p:nvPr>
        </p:nvSpPr>
        <p:spPr>
          <a:xfrm>
            <a:off x="1398240" y="3060720"/>
            <a:ext cx="19018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1" name="Google Shape;91;p25"/>
          <p:cNvSpPr txBox="1"/>
          <p:nvPr>
            <p:ph idx="3" type="title"/>
          </p:nvPr>
        </p:nvSpPr>
        <p:spPr>
          <a:xfrm>
            <a:off x="3812760" y="3060720"/>
            <a:ext cx="19018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2" name="Google Shape;92;p25"/>
          <p:cNvSpPr txBox="1"/>
          <p:nvPr>
            <p:ph idx="4" type="title"/>
          </p:nvPr>
        </p:nvSpPr>
        <p:spPr>
          <a:xfrm>
            <a:off x="6227280" y="3060720"/>
            <a:ext cx="19018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">
  <p:cSld name="CUSTOM_12"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6"/>
          <p:cNvSpPr txBox="1"/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5" name="Google Shape;95;p26"/>
          <p:cNvSpPr txBox="1"/>
          <p:nvPr>
            <p:ph idx="2" type="title"/>
          </p:nvPr>
        </p:nvSpPr>
        <p:spPr>
          <a:xfrm>
            <a:off x="714240" y="306072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6" name="Google Shape;96;p26"/>
          <p:cNvSpPr txBox="1"/>
          <p:nvPr>
            <p:ph idx="3" type="title"/>
          </p:nvPr>
        </p:nvSpPr>
        <p:spPr>
          <a:xfrm>
            <a:off x="3433680" y="306072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7" name="Google Shape;97;p26"/>
          <p:cNvSpPr txBox="1"/>
          <p:nvPr>
            <p:ph idx="4" type="title"/>
          </p:nvPr>
        </p:nvSpPr>
        <p:spPr>
          <a:xfrm>
            <a:off x="6153120" y="306072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_2">
  <p:cSld name="CUSTOM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7"/>
          <p:cNvSpPr txBox="1"/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0" name="Google Shape;100;p27"/>
          <p:cNvSpPr txBox="1"/>
          <p:nvPr>
            <p:ph idx="2" type="title"/>
          </p:nvPr>
        </p:nvSpPr>
        <p:spPr>
          <a:xfrm>
            <a:off x="778680" y="1932840"/>
            <a:ext cx="216396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1" name="Google Shape;101;p27"/>
          <p:cNvSpPr txBox="1"/>
          <p:nvPr>
            <p:ph idx="3" type="title"/>
          </p:nvPr>
        </p:nvSpPr>
        <p:spPr>
          <a:xfrm>
            <a:off x="3468600" y="1932840"/>
            <a:ext cx="216396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2" name="Google Shape;102;p27"/>
          <p:cNvSpPr txBox="1"/>
          <p:nvPr>
            <p:ph idx="4" type="title"/>
          </p:nvPr>
        </p:nvSpPr>
        <p:spPr>
          <a:xfrm>
            <a:off x="6160680" y="1932840"/>
            <a:ext cx="216396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8"/>
          <p:cNvSpPr txBox="1"/>
          <p:nvPr>
            <p:ph type="title"/>
          </p:nvPr>
        </p:nvSpPr>
        <p:spPr>
          <a:xfrm>
            <a:off x="714240" y="2354040"/>
            <a:ext cx="4016520" cy="109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5" name="Google Shape;105;p28"/>
          <p:cNvSpPr txBox="1"/>
          <p:nvPr>
            <p:ph idx="2" type="title"/>
          </p:nvPr>
        </p:nvSpPr>
        <p:spPr>
          <a:xfrm>
            <a:off x="714240" y="1010160"/>
            <a:ext cx="3047760" cy="13978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_1">
  <p:cSld name="CUSTOM_1_1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9"/>
          <p:cNvSpPr txBox="1"/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8" name="Google Shape;108;p29"/>
          <p:cNvSpPr txBox="1"/>
          <p:nvPr>
            <p:ph idx="2" type="title"/>
          </p:nvPr>
        </p:nvSpPr>
        <p:spPr>
          <a:xfrm>
            <a:off x="5716080" y="3559320"/>
            <a:ext cx="272592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9" name="Google Shape;109;p29"/>
          <p:cNvSpPr txBox="1"/>
          <p:nvPr>
            <p:ph idx="3" type="title"/>
          </p:nvPr>
        </p:nvSpPr>
        <p:spPr>
          <a:xfrm>
            <a:off x="5716080" y="2238480"/>
            <a:ext cx="272592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0" name="Google Shape;110;p29"/>
          <p:cNvSpPr txBox="1"/>
          <p:nvPr>
            <p:ph idx="4" type="title"/>
          </p:nvPr>
        </p:nvSpPr>
        <p:spPr>
          <a:xfrm>
            <a:off x="5716080" y="917640"/>
            <a:ext cx="272592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111" name="Google Shape;111;p29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112" name="Google Shape;112;p29"/>
            <p:cNvSpPr/>
            <p:nvPr/>
          </p:nvSpPr>
          <p:spPr>
            <a:xfrm>
              <a:off x="0" y="0"/>
              <a:ext cx="9143640" cy="34272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13" name="Google Shape;113;p29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114" name="Google Shape;114;p29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5" name="Google Shape;115;p29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6" name="Google Shape;116;p29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6">
  <p:cSld name="CUSTOM_26"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0"/>
          <p:cNvSpPr txBox="1"/>
          <p:nvPr>
            <p:ph type="title"/>
          </p:nvPr>
        </p:nvSpPr>
        <p:spPr>
          <a:xfrm>
            <a:off x="1244520" y="3670560"/>
            <a:ext cx="210420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9" name="Google Shape;119;p30"/>
          <p:cNvSpPr txBox="1"/>
          <p:nvPr>
            <p:ph idx="2" type="title"/>
          </p:nvPr>
        </p:nvSpPr>
        <p:spPr>
          <a:xfrm>
            <a:off x="3523320" y="3670560"/>
            <a:ext cx="210420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0" name="Google Shape;120;p30"/>
          <p:cNvSpPr txBox="1"/>
          <p:nvPr>
            <p:ph idx="3" type="title"/>
          </p:nvPr>
        </p:nvSpPr>
        <p:spPr>
          <a:xfrm>
            <a:off x="5802120" y="3670560"/>
            <a:ext cx="210420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1" name="Google Shape;121;p30"/>
          <p:cNvSpPr txBox="1"/>
          <p:nvPr>
            <p:ph idx="4"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122" name="Google Shape;122;p30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123" name="Google Shape;123;p30"/>
            <p:cNvSpPr/>
            <p:nvPr/>
          </p:nvSpPr>
          <p:spPr>
            <a:xfrm>
              <a:off x="0" y="0"/>
              <a:ext cx="9143640" cy="34272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24" name="Google Shape;124;p30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125" name="Google Shape;125;p30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6" name="Google Shape;126;p30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7" name="Google Shape;127;p30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9">
  <p:cSld name="CUSTOM_29"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1"/>
          <p:cNvSpPr txBox="1"/>
          <p:nvPr>
            <p:ph type="title"/>
          </p:nvPr>
        </p:nvSpPr>
        <p:spPr>
          <a:xfrm>
            <a:off x="1578600" y="2070360"/>
            <a:ext cx="13348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0" name="Google Shape;130;p31"/>
          <p:cNvSpPr txBox="1"/>
          <p:nvPr>
            <p:ph idx="2" type="title"/>
          </p:nvPr>
        </p:nvSpPr>
        <p:spPr>
          <a:xfrm>
            <a:off x="4256640" y="3770640"/>
            <a:ext cx="13348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1" name="Google Shape;131;p31"/>
          <p:cNvSpPr txBox="1"/>
          <p:nvPr>
            <p:ph idx="3" type="title"/>
          </p:nvPr>
        </p:nvSpPr>
        <p:spPr>
          <a:xfrm>
            <a:off x="2916360" y="2913480"/>
            <a:ext cx="13348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2" name="Google Shape;132;p31"/>
          <p:cNvSpPr txBox="1"/>
          <p:nvPr>
            <p:ph idx="4" type="title"/>
          </p:nvPr>
        </p:nvSpPr>
        <p:spPr>
          <a:xfrm>
            <a:off x="714240" y="854280"/>
            <a:ext cx="771516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3" name="Google Shape;133;p31"/>
          <p:cNvSpPr txBox="1"/>
          <p:nvPr>
            <p:ph idx="5" type="title"/>
          </p:nvPr>
        </p:nvSpPr>
        <p:spPr>
          <a:xfrm>
            <a:off x="673920" y="2070360"/>
            <a:ext cx="904320" cy="46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4" name="Google Shape;134;p31"/>
          <p:cNvSpPr txBox="1"/>
          <p:nvPr>
            <p:ph idx="6" type="title"/>
          </p:nvPr>
        </p:nvSpPr>
        <p:spPr>
          <a:xfrm>
            <a:off x="2011320" y="2913480"/>
            <a:ext cx="904320" cy="46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5" name="Google Shape;135;p31"/>
          <p:cNvSpPr txBox="1"/>
          <p:nvPr>
            <p:ph idx="7" type="title"/>
          </p:nvPr>
        </p:nvSpPr>
        <p:spPr>
          <a:xfrm>
            <a:off x="3358800" y="3770640"/>
            <a:ext cx="904320" cy="46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">
  <p:cSld name="CUSTOM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2"/>
          <p:cNvSpPr txBox="1"/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8" name="Google Shape;138;p32"/>
          <p:cNvSpPr txBox="1"/>
          <p:nvPr>
            <p:ph idx="2" type="title"/>
          </p:nvPr>
        </p:nvSpPr>
        <p:spPr>
          <a:xfrm>
            <a:off x="1764360" y="153684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9" name="Google Shape;139;p32"/>
          <p:cNvSpPr txBox="1"/>
          <p:nvPr>
            <p:ph idx="3" type="title"/>
          </p:nvPr>
        </p:nvSpPr>
        <p:spPr>
          <a:xfrm>
            <a:off x="1764360" y="265284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0" name="Google Shape;140;p32"/>
          <p:cNvSpPr txBox="1"/>
          <p:nvPr>
            <p:ph idx="4" type="title"/>
          </p:nvPr>
        </p:nvSpPr>
        <p:spPr>
          <a:xfrm>
            <a:off x="5874480" y="153684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1" name="Google Shape;141;p32"/>
          <p:cNvSpPr txBox="1"/>
          <p:nvPr>
            <p:ph idx="5" type="title"/>
          </p:nvPr>
        </p:nvSpPr>
        <p:spPr>
          <a:xfrm>
            <a:off x="5874480" y="265284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142" name="Google Shape;142;p32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143" name="Google Shape;143;p32"/>
            <p:cNvSpPr/>
            <p:nvPr/>
          </p:nvSpPr>
          <p:spPr>
            <a:xfrm>
              <a:off x="0" y="0"/>
              <a:ext cx="9143640" cy="34272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44" name="Google Shape;144;p32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145" name="Google Shape;145;p32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6" name="Google Shape;146;p32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7" name="Google Shape;147;p32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_3">
  <p:cSld name="CUSTOM_2_3"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3"/>
          <p:cNvSpPr txBox="1"/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0" name="Google Shape;150;p33"/>
          <p:cNvSpPr txBox="1"/>
          <p:nvPr>
            <p:ph idx="2" type="title"/>
          </p:nvPr>
        </p:nvSpPr>
        <p:spPr>
          <a:xfrm>
            <a:off x="1378800" y="213624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1" name="Google Shape;151;p33"/>
          <p:cNvSpPr txBox="1"/>
          <p:nvPr>
            <p:ph idx="3" type="title"/>
          </p:nvPr>
        </p:nvSpPr>
        <p:spPr>
          <a:xfrm>
            <a:off x="1378800" y="391752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2" name="Google Shape;152;p33"/>
          <p:cNvSpPr txBox="1"/>
          <p:nvPr>
            <p:ph idx="4" type="title"/>
          </p:nvPr>
        </p:nvSpPr>
        <p:spPr>
          <a:xfrm>
            <a:off x="5488560" y="213624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3" name="Google Shape;153;p33"/>
          <p:cNvSpPr txBox="1"/>
          <p:nvPr>
            <p:ph idx="5" type="title"/>
          </p:nvPr>
        </p:nvSpPr>
        <p:spPr>
          <a:xfrm>
            <a:off x="5488560" y="391752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0">
  <p:cSld name="CUSTOM_20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4"/>
          <p:cNvSpPr txBox="1"/>
          <p:nvPr>
            <p:ph type="title"/>
          </p:nvPr>
        </p:nvSpPr>
        <p:spPr>
          <a:xfrm>
            <a:off x="1233360" y="1049040"/>
            <a:ext cx="672912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6" name="Google Shape;156;p34"/>
          <p:cNvSpPr txBox="1"/>
          <p:nvPr>
            <p:ph idx="2" type="title"/>
          </p:nvPr>
        </p:nvSpPr>
        <p:spPr>
          <a:xfrm>
            <a:off x="1383480" y="200412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7" name="Google Shape;157;p34"/>
          <p:cNvSpPr txBox="1"/>
          <p:nvPr>
            <p:ph idx="3" type="title"/>
          </p:nvPr>
        </p:nvSpPr>
        <p:spPr>
          <a:xfrm>
            <a:off x="1383480" y="326808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8" name="Google Shape;158;p34"/>
          <p:cNvSpPr txBox="1"/>
          <p:nvPr>
            <p:ph idx="4" type="title"/>
          </p:nvPr>
        </p:nvSpPr>
        <p:spPr>
          <a:xfrm>
            <a:off x="5493240" y="200412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9" name="Google Shape;159;p34"/>
          <p:cNvSpPr txBox="1"/>
          <p:nvPr>
            <p:ph idx="5" type="title"/>
          </p:nvPr>
        </p:nvSpPr>
        <p:spPr>
          <a:xfrm>
            <a:off x="5493240" y="326808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6">
  <p:cSld name="CUSTOM_16"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35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162" name="Google Shape;162;p35"/>
            <p:cNvSpPr/>
            <p:nvPr/>
          </p:nvSpPr>
          <p:spPr>
            <a:xfrm>
              <a:off x="0" y="0"/>
              <a:ext cx="9143640" cy="34272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63" name="Google Shape;163;p35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164" name="Google Shape;164;p35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5" name="Google Shape;165;p35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6" name="Google Shape;166;p35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167" name="Google Shape;167;p35"/>
          <p:cNvGrpSpPr/>
          <p:nvPr/>
        </p:nvGrpSpPr>
        <p:grpSpPr>
          <a:xfrm>
            <a:off x="66600" y="204480"/>
            <a:ext cx="9077040" cy="4939200"/>
            <a:chOff x="66600" y="204480"/>
            <a:chExt cx="9077040" cy="4939200"/>
          </a:xfrm>
        </p:grpSpPr>
        <p:grpSp>
          <p:nvGrpSpPr>
            <p:cNvPr id="168" name="Google Shape;168;p35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169" name="Google Shape;169;p35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grpSp>
            <p:nvGrpSpPr>
              <p:cNvPr id="170" name="Google Shape;170;p35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171" name="Google Shape;171;p35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2" name="Google Shape;172;p35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73" name="Google Shape;173;p35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  <p:cxnSp>
          <p:nvCxnSpPr>
            <p:cNvPr id="174" name="Google Shape;174;p35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noFill/>
            <a:ln cap="flat" cmpd="sng" w="9525">
              <a:solidFill>
                <a:srgbClr val="7EACE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5" name="Google Shape;175;p35"/>
          <p:cNvSpPr txBox="1"/>
          <p:nvPr>
            <p:ph type="title"/>
          </p:nvPr>
        </p:nvSpPr>
        <p:spPr>
          <a:xfrm>
            <a:off x="729000" y="1994040"/>
            <a:ext cx="15904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6" name="Google Shape;176;p35"/>
          <p:cNvSpPr txBox="1"/>
          <p:nvPr>
            <p:ph idx="2" type="title"/>
          </p:nvPr>
        </p:nvSpPr>
        <p:spPr>
          <a:xfrm>
            <a:off x="4788720" y="1994040"/>
            <a:ext cx="15904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7" name="Google Shape;177;p35"/>
          <p:cNvSpPr txBox="1"/>
          <p:nvPr>
            <p:ph idx="3" type="title"/>
          </p:nvPr>
        </p:nvSpPr>
        <p:spPr>
          <a:xfrm>
            <a:off x="2759040" y="1994040"/>
            <a:ext cx="15904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8" name="Google Shape;178;p35"/>
          <p:cNvSpPr txBox="1"/>
          <p:nvPr>
            <p:ph idx="4" type="title"/>
          </p:nvPr>
        </p:nvSpPr>
        <p:spPr>
          <a:xfrm>
            <a:off x="6818760" y="1994040"/>
            <a:ext cx="15904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9" name="Google Shape;179;p35"/>
          <p:cNvSpPr txBox="1"/>
          <p:nvPr>
            <p:ph idx="5"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_2">
  <p:cSld name="CUSTOM_2_2"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/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2" name="Google Shape;182;p36"/>
          <p:cNvSpPr txBox="1"/>
          <p:nvPr>
            <p:ph idx="2" type="title"/>
          </p:nvPr>
        </p:nvSpPr>
        <p:spPr>
          <a:xfrm>
            <a:off x="714240" y="195588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3" name="Google Shape;183;p36"/>
          <p:cNvSpPr txBox="1"/>
          <p:nvPr>
            <p:ph idx="3" type="title"/>
          </p:nvPr>
        </p:nvSpPr>
        <p:spPr>
          <a:xfrm>
            <a:off x="3433680" y="195588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4" name="Google Shape;184;p36"/>
          <p:cNvSpPr txBox="1"/>
          <p:nvPr>
            <p:ph idx="4" type="title"/>
          </p:nvPr>
        </p:nvSpPr>
        <p:spPr>
          <a:xfrm>
            <a:off x="6153120" y="195588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5" name="Google Shape;185;p36"/>
          <p:cNvSpPr txBox="1"/>
          <p:nvPr>
            <p:ph idx="5" type="title"/>
          </p:nvPr>
        </p:nvSpPr>
        <p:spPr>
          <a:xfrm>
            <a:off x="714240" y="375984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6" name="Google Shape;186;p36"/>
          <p:cNvSpPr txBox="1"/>
          <p:nvPr>
            <p:ph idx="6" type="title"/>
          </p:nvPr>
        </p:nvSpPr>
        <p:spPr>
          <a:xfrm>
            <a:off x="3433680" y="375984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7" name="Google Shape;187;p36"/>
          <p:cNvSpPr txBox="1"/>
          <p:nvPr>
            <p:ph idx="7" type="title"/>
          </p:nvPr>
        </p:nvSpPr>
        <p:spPr>
          <a:xfrm>
            <a:off x="6153120" y="375984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188" name="Google Shape;188;p36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189" name="Google Shape;189;p36"/>
            <p:cNvSpPr/>
            <p:nvPr/>
          </p:nvSpPr>
          <p:spPr>
            <a:xfrm>
              <a:off x="0" y="0"/>
              <a:ext cx="9143640" cy="34272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90" name="Google Shape;190;p36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191" name="Google Shape;191;p36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92" name="Google Shape;192;p36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93" name="Google Shape;193;p36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194" name="Google Shape;194;p36"/>
          <p:cNvGrpSpPr/>
          <p:nvPr/>
        </p:nvGrpSpPr>
        <p:grpSpPr>
          <a:xfrm>
            <a:off x="66600" y="204480"/>
            <a:ext cx="9077040" cy="4939200"/>
            <a:chOff x="66600" y="204480"/>
            <a:chExt cx="9077040" cy="4939200"/>
          </a:xfrm>
        </p:grpSpPr>
        <p:grpSp>
          <p:nvGrpSpPr>
            <p:cNvPr id="195" name="Google Shape;195;p36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196" name="Google Shape;196;p36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grpSp>
            <p:nvGrpSpPr>
              <p:cNvPr id="197" name="Google Shape;197;p36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198" name="Google Shape;198;p36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99" name="Google Shape;199;p36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00" name="Google Shape;200;p36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  <p:cxnSp>
          <p:nvCxnSpPr>
            <p:cNvPr id="201" name="Google Shape;201;p36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noFill/>
            <a:ln cap="flat" cmpd="sng" w="9525">
              <a:solidFill>
                <a:srgbClr val="7EACE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7">
  <p:cSld name="CUSTOM_17"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7"/>
          <p:cNvSpPr txBox="1"/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204" name="Google Shape;204;p37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205" name="Google Shape;205;p37"/>
            <p:cNvSpPr/>
            <p:nvPr/>
          </p:nvSpPr>
          <p:spPr>
            <a:xfrm>
              <a:off x="0" y="0"/>
              <a:ext cx="9143640" cy="34272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206" name="Google Shape;206;p37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207" name="Google Shape;207;p37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08" name="Google Shape;208;p37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09" name="Google Shape;209;p37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210" name="Google Shape;210;p37"/>
          <p:cNvGrpSpPr/>
          <p:nvPr/>
        </p:nvGrpSpPr>
        <p:grpSpPr>
          <a:xfrm>
            <a:off x="66600" y="204480"/>
            <a:ext cx="9077040" cy="4939200"/>
            <a:chOff x="66600" y="204480"/>
            <a:chExt cx="9077040" cy="4939200"/>
          </a:xfrm>
        </p:grpSpPr>
        <p:grpSp>
          <p:nvGrpSpPr>
            <p:cNvPr id="211" name="Google Shape;211;p37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212" name="Google Shape;212;p37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grpSp>
            <p:nvGrpSpPr>
              <p:cNvPr id="213" name="Google Shape;213;p37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214" name="Google Shape;214;p37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15" name="Google Shape;215;p37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16" name="Google Shape;216;p37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  <p:cxnSp>
          <p:nvCxnSpPr>
            <p:cNvPr id="217" name="Google Shape;217;p37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noFill/>
            <a:ln cap="flat" cmpd="sng" w="9525">
              <a:solidFill>
                <a:srgbClr val="2F4A8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8" name="Google Shape;218;p37"/>
          <p:cNvSpPr txBox="1"/>
          <p:nvPr>
            <p:ph idx="2" type="title"/>
          </p:nvPr>
        </p:nvSpPr>
        <p:spPr>
          <a:xfrm>
            <a:off x="1501920" y="175248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9" name="Google Shape;219;p37"/>
          <p:cNvSpPr txBox="1"/>
          <p:nvPr>
            <p:ph idx="3" type="title"/>
          </p:nvPr>
        </p:nvSpPr>
        <p:spPr>
          <a:xfrm>
            <a:off x="1501920" y="265464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0" name="Google Shape;220;p37"/>
          <p:cNvSpPr txBox="1"/>
          <p:nvPr>
            <p:ph idx="4" type="title"/>
          </p:nvPr>
        </p:nvSpPr>
        <p:spPr>
          <a:xfrm>
            <a:off x="5360040" y="175248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1" name="Google Shape;221;p37"/>
          <p:cNvSpPr txBox="1"/>
          <p:nvPr>
            <p:ph idx="5" type="title"/>
          </p:nvPr>
        </p:nvSpPr>
        <p:spPr>
          <a:xfrm>
            <a:off x="1501920" y="355644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2" name="Google Shape;222;p37"/>
          <p:cNvSpPr txBox="1"/>
          <p:nvPr>
            <p:ph idx="6" type="title"/>
          </p:nvPr>
        </p:nvSpPr>
        <p:spPr>
          <a:xfrm>
            <a:off x="5360040" y="265464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3" name="Google Shape;223;p37"/>
          <p:cNvSpPr txBox="1"/>
          <p:nvPr>
            <p:ph idx="7" type="title"/>
          </p:nvPr>
        </p:nvSpPr>
        <p:spPr>
          <a:xfrm>
            <a:off x="5360040" y="355644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4">
  <p:cSld name="CUSTOM_4"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 txBox="1"/>
          <p:nvPr>
            <p:ph type="title"/>
          </p:nvPr>
        </p:nvSpPr>
        <p:spPr>
          <a:xfrm>
            <a:off x="5060160" y="1531800"/>
            <a:ext cx="256320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6" name="Google Shape;226;p38"/>
          <p:cNvSpPr txBox="1"/>
          <p:nvPr>
            <p:ph idx="2" type="title"/>
          </p:nvPr>
        </p:nvSpPr>
        <p:spPr>
          <a:xfrm>
            <a:off x="1520640" y="1531800"/>
            <a:ext cx="256320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7" name="Google Shape;227;p38"/>
          <p:cNvSpPr txBox="1"/>
          <p:nvPr>
            <p:ph idx="3"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228" name="Google Shape;228;p38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229" name="Google Shape;229;p38"/>
            <p:cNvSpPr/>
            <p:nvPr/>
          </p:nvSpPr>
          <p:spPr>
            <a:xfrm>
              <a:off x="0" y="0"/>
              <a:ext cx="9143640" cy="34272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230" name="Google Shape;230;p38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231" name="Google Shape;231;p38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2" name="Google Shape;232;p38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3" name="Google Shape;233;p38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234" name="Google Shape;234;p38"/>
          <p:cNvGrpSpPr/>
          <p:nvPr/>
        </p:nvGrpSpPr>
        <p:grpSpPr>
          <a:xfrm>
            <a:off x="66600" y="204480"/>
            <a:ext cx="9077040" cy="4939200"/>
            <a:chOff x="66600" y="204480"/>
            <a:chExt cx="9077040" cy="4939200"/>
          </a:xfrm>
        </p:grpSpPr>
        <p:grpSp>
          <p:nvGrpSpPr>
            <p:cNvPr id="235" name="Google Shape;235;p38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236" name="Google Shape;236;p38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grpSp>
            <p:nvGrpSpPr>
              <p:cNvPr id="237" name="Google Shape;237;p38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238" name="Google Shape;238;p38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39" name="Google Shape;239;p38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40" name="Google Shape;240;p38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  <p:cxnSp>
          <p:nvCxnSpPr>
            <p:cNvPr id="241" name="Google Shape;241;p38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noFill/>
            <a:ln cap="flat" cmpd="sng" w="9525">
              <a:solidFill>
                <a:srgbClr val="2F4A8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39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244" name="Google Shape;244;p39"/>
            <p:cNvSpPr/>
            <p:nvPr/>
          </p:nvSpPr>
          <p:spPr>
            <a:xfrm>
              <a:off x="0" y="0"/>
              <a:ext cx="9143640" cy="34272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245" name="Google Shape;245;p39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246" name="Google Shape;246;p39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7" name="Google Shape;247;p39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8" name="Google Shape;248;p39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249" name="Google Shape;249;p39"/>
          <p:cNvSpPr txBox="1"/>
          <p:nvPr>
            <p:ph type="title"/>
          </p:nvPr>
        </p:nvSpPr>
        <p:spPr>
          <a:xfrm>
            <a:off x="714240" y="540720"/>
            <a:ext cx="771516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250" name="Google Shape;250;p39"/>
          <p:cNvGrpSpPr/>
          <p:nvPr/>
        </p:nvGrpSpPr>
        <p:grpSpPr>
          <a:xfrm>
            <a:off x="66600" y="204480"/>
            <a:ext cx="9077040" cy="4939200"/>
            <a:chOff x="66600" y="204480"/>
            <a:chExt cx="9077040" cy="4939200"/>
          </a:xfrm>
        </p:grpSpPr>
        <p:grpSp>
          <p:nvGrpSpPr>
            <p:cNvPr id="251" name="Google Shape;251;p39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252" name="Google Shape;252;p39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grpSp>
            <p:nvGrpSpPr>
              <p:cNvPr id="253" name="Google Shape;253;p39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254" name="Google Shape;254;p39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55" name="Google Shape;255;p39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56" name="Google Shape;256;p39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  <p:cxnSp>
          <p:nvCxnSpPr>
            <p:cNvPr id="257" name="Google Shape;257;p39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noFill/>
            <a:ln cap="flat" cmpd="sng" w="9525">
              <a:solidFill>
                <a:srgbClr val="2F4A8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5">
  <p:cSld name="CUSTOM_15">
    <p:bg>
      <p:bgPr>
        <a:solidFill>
          <a:schemeClr val="lt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40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260" name="Google Shape;260;p40"/>
            <p:cNvSpPr/>
            <p:nvPr/>
          </p:nvSpPr>
          <p:spPr>
            <a:xfrm>
              <a:off x="0" y="0"/>
              <a:ext cx="9143640" cy="34272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261" name="Google Shape;261;p40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262" name="Google Shape;262;p40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63" name="Google Shape;263;p40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64" name="Google Shape;264;p40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265" name="Google Shape;265;p40"/>
          <p:cNvGrpSpPr/>
          <p:nvPr/>
        </p:nvGrpSpPr>
        <p:grpSpPr>
          <a:xfrm>
            <a:off x="66600" y="204480"/>
            <a:ext cx="9077040" cy="4939200"/>
            <a:chOff x="66600" y="204480"/>
            <a:chExt cx="9077040" cy="4939200"/>
          </a:xfrm>
        </p:grpSpPr>
        <p:grpSp>
          <p:nvGrpSpPr>
            <p:cNvPr id="266" name="Google Shape;266;p40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267" name="Google Shape;267;p40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grpSp>
            <p:nvGrpSpPr>
              <p:cNvPr id="268" name="Google Shape;268;p40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269" name="Google Shape;269;p40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70" name="Google Shape;270;p40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71" name="Google Shape;271;p40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  <p:cxnSp>
          <p:nvCxnSpPr>
            <p:cNvPr id="272" name="Google Shape;272;p40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noFill/>
            <a:ln cap="flat" cmpd="sng" w="9525">
              <a:solidFill>
                <a:srgbClr val="7EACE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73" name="Google Shape;273;p40"/>
          <p:cNvSpPr txBox="1"/>
          <p:nvPr>
            <p:ph type="title"/>
          </p:nvPr>
        </p:nvSpPr>
        <p:spPr>
          <a:xfrm>
            <a:off x="2279880" y="3521880"/>
            <a:ext cx="256320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4" name="Google Shape;274;p40"/>
          <p:cNvSpPr txBox="1"/>
          <p:nvPr>
            <p:ph idx="2" type="title"/>
          </p:nvPr>
        </p:nvSpPr>
        <p:spPr>
          <a:xfrm>
            <a:off x="2279880" y="2064960"/>
            <a:ext cx="256320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5" name="Google Shape;275;p40"/>
          <p:cNvSpPr txBox="1"/>
          <p:nvPr>
            <p:ph idx="3"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_1">
  <p:cSld name="CUSTOM_2_1">
    <p:bg>
      <p:bgPr>
        <a:solidFill>
          <a:schemeClr val="lt1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/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8" name="Google Shape;278;p41"/>
          <p:cNvSpPr txBox="1"/>
          <p:nvPr>
            <p:ph idx="2" type="title"/>
          </p:nvPr>
        </p:nvSpPr>
        <p:spPr>
          <a:xfrm>
            <a:off x="4457880" y="1326240"/>
            <a:ext cx="3228840" cy="5839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9" name="Google Shape;279;p41"/>
          <p:cNvSpPr txBox="1"/>
          <p:nvPr>
            <p:ph idx="3" type="title"/>
          </p:nvPr>
        </p:nvSpPr>
        <p:spPr>
          <a:xfrm>
            <a:off x="4457880" y="2463480"/>
            <a:ext cx="3228840" cy="5839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80" name="Google Shape;280;p41"/>
          <p:cNvSpPr txBox="1"/>
          <p:nvPr>
            <p:ph idx="4" type="title"/>
          </p:nvPr>
        </p:nvSpPr>
        <p:spPr>
          <a:xfrm>
            <a:off x="4457880" y="3600720"/>
            <a:ext cx="3228840" cy="5839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3">
  <p:cSld name="CUSTOM_13"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42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283" name="Google Shape;283;p42"/>
            <p:cNvSpPr/>
            <p:nvPr/>
          </p:nvSpPr>
          <p:spPr>
            <a:xfrm>
              <a:off x="0" y="0"/>
              <a:ext cx="9143640" cy="34272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284" name="Google Shape;284;p42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285" name="Google Shape;285;p42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6" name="Google Shape;286;p42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87" name="Google Shape;287;p42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288" name="Google Shape;288;p42"/>
          <p:cNvGrpSpPr/>
          <p:nvPr/>
        </p:nvGrpSpPr>
        <p:grpSpPr>
          <a:xfrm>
            <a:off x="66600" y="204480"/>
            <a:ext cx="9077040" cy="4939200"/>
            <a:chOff x="66600" y="204480"/>
            <a:chExt cx="9077040" cy="4939200"/>
          </a:xfrm>
        </p:grpSpPr>
        <p:grpSp>
          <p:nvGrpSpPr>
            <p:cNvPr id="289" name="Google Shape;289;p42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290" name="Google Shape;290;p42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grpSp>
            <p:nvGrpSpPr>
              <p:cNvPr id="291" name="Google Shape;291;p42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292" name="Google Shape;292;p42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93" name="Google Shape;293;p42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294" name="Google Shape;294;p42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  <p:cxnSp>
          <p:nvCxnSpPr>
            <p:cNvPr id="295" name="Google Shape;295;p42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noFill/>
            <a:ln cap="flat" cmpd="sng" w="9525">
              <a:solidFill>
                <a:srgbClr val="7EACE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96" name="Google Shape;296;p42"/>
          <p:cNvSpPr txBox="1"/>
          <p:nvPr>
            <p:ph type="title"/>
          </p:nvPr>
        </p:nvSpPr>
        <p:spPr>
          <a:xfrm>
            <a:off x="2792520" y="1413720"/>
            <a:ext cx="3777120" cy="8949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97" name="Google Shape;297;p42"/>
          <p:cNvSpPr txBox="1"/>
          <p:nvPr>
            <p:ph idx="2" type="title"/>
          </p:nvPr>
        </p:nvSpPr>
        <p:spPr>
          <a:xfrm>
            <a:off x="439200" y="2982600"/>
            <a:ext cx="3777120" cy="8949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98" name="Google Shape;298;p42"/>
          <p:cNvSpPr txBox="1"/>
          <p:nvPr>
            <p:ph idx="3" type="title"/>
          </p:nvPr>
        </p:nvSpPr>
        <p:spPr>
          <a:xfrm>
            <a:off x="4927680" y="2982600"/>
            <a:ext cx="3777120" cy="8949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_1_1">
  <p:cSld name="CUSTOM_2_1_1">
    <p:bg>
      <p:bgPr>
        <a:solidFill>
          <a:schemeClr val="lt1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 txBox="1"/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01" name="Google Shape;301;p43"/>
          <p:cNvSpPr txBox="1"/>
          <p:nvPr>
            <p:ph idx="2" type="title"/>
          </p:nvPr>
        </p:nvSpPr>
        <p:spPr>
          <a:xfrm>
            <a:off x="4462560" y="1945440"/>
            <a:ext cx="1653480" cy="5662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02" name="Google Shape;302;p43"/>
          <p:cNvSpPr txBox="1"/>
          <p:nvPr>
            <p:ph idx="3" type="title"/>
          </p:nvPr>
        </p:nvSpPr>
        <p:spPr>
          <a:xfrm>
            <a:off x="3027600" y="1793160"/>
            <a:ext cx="1653480" cy="5662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03" name="Google Shape;303;p43"/>
          <p:cNvSpPr txBox="1"/>
          <p:nvPr>
            <p:ph idx="4" type="title"/>
          </p:nvPr>
        </p:nvSpPr>
        <p:spPr>
          <a:xfrm>
            <a:off x="3360960" y="3383280"/>
            <a:ext cx="1653480" cy="5662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04" name="Google Shape;304;p43"/>
          <p:cNvSpPr txBox="1"/>
          <p:nvPr>
            <p:ph idx="5" type="title"/>
          </p:nvPr>
        </p:nvSpPr>
        <p:spPr>
          <a:xfrm>
            <a:off x="6153120" y="329220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05" name="Google Shape;305;p43"/>
          <p:cNvSpPr txBox="1"/>
          <p:nvPr>
            <p:ph idx="6" type="title"/>
          </p:nvPr>
        </p:nvSpPr>
        <p:spPr>
          <a:xfrm>
            <a:off x="714240" y="237312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06" name="Google Shape;306;p43"/>
          <p:cNvSpPr txBox="1"/>
          <p:nvPr>
            <p:ph idx="7" type="title"/>
          </p:nvPr>
        </p:nvSpPr>
        <p:spPr>
          <a:xfrm>
            <a:off x="6153120" y="1580760"/>
            <a:ext cx="2276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2">
  <p:cSld name="CUSTOM_22">
    <p:bg>
      <p:bgPr>
        <a:solidFill>
          <a:schemeClr val="lt1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p44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309" name="Google Shape;309;p44"/>
            <p:cNvSpPr/>
            <p:nvPr/>
          </p:nvSpPr>
          <p:spPr>
            <a:xfrm>
              <a:off x="0" y="0"/>
              <a:ext cx="9143640" cy="34272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310" name="Google Shape;310;p44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311" name="Google Shape;311;p44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12" name="Google Shape;312;p44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13" name="Google Shape;313;p44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314" name="Google Shape;314;p44"/>
          <p:cNvGrpSpPr/>
          <p:nvPr/>
        </p:nvGrpSpPr>
        <p:grpSpPr>
          <a:xfrm>
            <a:off x="66600" y="204480"/>
            <a:ext cx="9077040" cy="4939200"/>
            <a:chOff x="66600" y="204480"/>
            <a:chExt cx="9077040" cy="4939200"/>
          </a:xfrm>
        </p:grpSpPr>
        <p:grpSp>
          <p:nvGrpSpPr>
            <p:cNvPr id="315" name="Google Shape;315;p44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316" name="Google Shape;316;p44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grpSp>
            <p:nvGrpSpPr>
              <p:cNvPr id="317" name="Google Shape;317;p44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318" name="Google Shape;318;p44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19" name="Google Shape;319;p44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20" name="Google Shape;320;p44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  <p:cxnSp>
          <p:nvCxnSpPr>
            <p:cNvPr id="321" name="Google Shape;321;p44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noFill/>
            <a:ln cap="flat" cmpd="sng" w="9525">
              <a:solidFill>
                <a:srgbClr val="7EACE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22" name="Google Shape;322;p44"/>
          <p:cNvSpPr txBox="1"/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23" name="Google Shape;323;p44"/>
          <p:cNvSpPr txBox="1"/>
          <p:nvPr>
            <p:ph idx="2" type="title"/>
          </p:nvPr>
        </p:nvSpPr>
        <p:spPr>
          <a:xfrm>
            <a:off x="6153120" y="2119680"/>
            <a:ext cx="1653480" cy="56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24" name="Google Shape;324;p44"/>
          <p:cNvSpPr txBox="1"/>
          <p:nvPr>
            <p:ph idx="3" type="title"/>
          </p:nvPr>
        </p:nvSpPr>
        <p:spPr>
          <a:xfrm>
            <a:off x="1213920" y="2119680"/>
            <a:ext cx="1653480" cy="56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25" name="Google Shape;325;p44"/>
          <p:cNvSpPr txBox="1"/>
          <p:nvPr>
            <p:ph idx="4" type="title"/>
          </p:nvPr>
        </p:nvSpPr>
        <p:spPr>
          <a:xfrm>
            <a:off x="3683520" y="2119680"/>
            <a:ext cx="1653480" cy="56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26" name="Google Shape;326;p44"/>
          <p:cNvSpPr txBox="1"/>
          <p:nvPr>
            <p:ph idx="5" type="title"/>
          </p:nvPr>
        </p:nvSpPr>
        <p:spPr>
          <a:xfrm>
            <a:off x="3683520" y="3296160"/>
            <a:ext cx="16534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27" name="Google Shape;327;p44"/>
          <p:cNvSpPr txBox="1"/>
          <p:nvPr>
            <p:ph idx="6" type="title"/>
          </p:nvPr>
        </p:nvSpPr>
        <p:spPr>
          <a:xfrm>
            <a:off x="1213920" y="3296160"/>
            <a:ext cx="16534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28" name="Google Shape;328;p44"/>
          <p:cNvSpPr txBox="1"/>
          <p:nvPr>
            <p:ph idx="7" type="title"/>
          </p:nvPr>
        </p:nvSpPr>
        <p:spPr>
          <a:xfrm>
            <a:off x="6153120" y="3292560"/>
            <a:ext cx="16534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8">
  <p:cSld name="CUSTOM_28">
    <p:bg>
      <p:bgPr>
        <a:solidFill>
          <a:schemeClr val="lt1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5"/>
          <p:cNvSpPr txBox="1"/>
          <p:nvPr>
            <p:ph type="title"/>
          </p:nvPr>
        </p:nvSpPr>
        <p:spPr>
          <a:xfrm>
            <a:off x="1767960" y="2483280"/>
            <a:ext cx="2157120" cy="123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31" name="Google Shape;331;p45"/>
          <p:cNvSpPr txBox="1"/>
          <p:nvPr>
            <p:ph idx="2" type="title"/>
          </p:nvPr>
        </p:nvSpPr>
        <p:spPr>
          <a:xfrm>
            <a:off x="1233360" y="1049040"/>
            <a:ext cx="672912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">
  <p:cSld name="CUSTOM_3">
    <p:bg>
      <p:bgPr>
        <a:solidFill>
          <a:schemeClr val="lt1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6"/>
          <p:cNvSpPr txBox="1"/>
          <p:nvPr>
            <p:ph type="title"/>
          </p:nvPr>
        </p:nvSpPr>
        <p:spPr>
          <a:xfrm>
            <a:off x="3047400" y="3284640"/>
            <a:ext cx="28072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_1">
  <p:cSld name="CUSTOM_3_1">
    <p:bg>
      <p:bgPr>
        <a:solidFill>
          <a:schemeClr val="lt1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oogle Shape;335;p47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336" name="Google Shape;336;p47"/>
            <p:cNvSpPr/>
            <p:nvPr/>
          </p:nvSpPr>
          <p:spPr>
            <a:xfrm>
              <a:off x="0" y="0"/>
              <a:ext cx="9143640" cy="34272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337" name="Google Shape;337;p47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338" name="Google Shape;338;p47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39" name="Google Shape;339;p47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40" name="Google Shape;340;p47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341" name="Google Shape;341;p47"/>
          <p:cNvSpPr txBox="1"/>
          <p:nvPr>
            <p:ph type="title"/>
          </p:nvPr>
        </p:nvSpPr>
        <p:spPr>
          <a:xfrm>
            <a:off x="714240" y="549720"/>
            <a:ext cx="586872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_1_1_1">
  <p:cSld name="CUSTOM_3_1_1_1">
    <p:bg>
      <p:bgPr>
        <a:solidFill>
          <a:schemeClr val="lt1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8"/>
          <p:cNvSpPr txBox="1"/>
          <p:nvPr>
            <p:ph type="title"/>
          </p:nvPr>
        </p:nvSpPr>
        <p:spPr>
          <a:xfrm>
            <a:off x="714240" y="2054520"/>
            <a:ext cx="3422160" cy="8485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344" name="Google Shape;344;p48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345" name="Google Shape;345;p48"/>
            <p:cNvSpPr/>
            <p:nvPr/>
          </p:nvSpPr>
          <p:spPr>
            <a:xfrm>
              <a:off x="0" y="0"/>
              <a:ext cx="9143640" cy="34272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346" name="Google Shape;346;p48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347" name="Google Shape;347;p48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48" name="Google Shape;348;p48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49" name="Google Shape;349;p48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350" name="Google Shape;350;p48"/>
          <p:cNvGrpSpPr/>
          <p:nvPr/>
        </p:nvGrpSpPr>
        <p:grpSpPr>
          <a:xfrm>
            <a:off x="66600" y="204480"/>
            <a:ext cx="9077040" cy="4939200"/>
            <a:chOff x="66600" y="204480"/>
            <a:chExt cx="9077040" cy="4939200"/>
          </a:xfrm>
        </p:grpSpPr>
        <p:grpSp>
          <p:nvGrpSpPr>
            <p:cNvPr id="351" name="Google Shape;351;p48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352" name="Google Shape;352;p48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grpSp>
            <p:nvGrpSpPr>
              <p:cNvPr id="353" name="Google Shape;353;p48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354" name="Google Shape;354;p48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55" name="Google Shape;355;p48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56" name="Google Shape;356;p48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  <p:cxnSp>
          <p:nvCxnSpPr>
            <p:cNvPr id="357" name="Google Shape;357;p48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noFill/>
            <a:ln cap="flat" cmpd="sng" w="9525">
              <a:solidFill>
                <a:srgbClr val="7EACE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" type="twoObj">
  <p:cSld name="TWO_OBJECTS">
    <p:bg>
      <p:bgPr>
        <a:solidFill>
          <a:schemeClr val="lt1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9"/>
          <p:cNvSpPr txBox="1"/>
          <p:nvPr>
            <p:ph type="title"/>
          </p:nvPr>
        </p:nvSpPr>
        <p:spPr>
          <a:xfrm>
            <a:off x="5060160" y="2360520"/>
            <a:ext cx="256320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60" name="Google Shape;360;p49"/>
          <p:cNvSpPr txBox="1"/>
          <p:nvPr>
            <p:ph idx="2" type="title"/>
          </p:nvPr>
        </p:nvSpPr>
        <p:spPr>
          <a:xfrm>
            <a:off x="1518840" y="2360520"/>
            <a:ext cx="256320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_1_1_1_1">
  <p:cSld name="CUSTOM_3_1_1_1_1">
    <p:bg>
      <p:bgPr>
        <a:solidFill>
          <a:schemeClr val="lt1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50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363" name="Google Shape;363;p50"/>
            <p:cNvSpPr/>
            <p:nvPr/>
          </p:nvSpPr>
          <p:spPr>
            <a:xfrm>
              <a:off x="0" y="0"/>
              <a:ext cx="9143640" cy="34272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364" name="Google Shape;364;p50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365" name="Google Shape;365;p50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66" name="Google Shape;366;p50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67" name="Google Shape;367;p50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368" name="Google Shape;368;p50"/>
          <p:cNvSpPr txBox="1"/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9">
  <p:cSld name="CUSTOM_9">
    <p:bg>
      <p:bgPr>
        <a:solidFill>
          <a:schemeClr val="lt1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1"/>
          <p:cNvSpPr txBox="1"/>
          <p:nvPr>
            <p:ph type="title"/>
          </p:nvPr>
        </p:nvSpPr>
        <p:spPr>
          <a:xfrm>
            <a:off x="2451960" y="1550880"/>
            <a:ext cx="4239720" cy="8485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4">
  <p:cSld name="CUSTOM_14">
    <p:bg>
      <p:bgPr>
        <a:solidFill>
          <a:schemeClr val="lt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2"/>
          <p:cNvSpPr txBox="1"/>
          <p:nvPr>
            <p:ph type="title"/>
          </p:nvPr>
        </p:nvSpPr>
        <p:spPr>
          <a:xfrm>
            <a:off x="4382640" y="1140120"/>
            <a:ext cx="3422160" cy="8485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9">
  <p:cSld name="CUSTOM_19">
    <p:bg>
      <p:bgPr>
        <a:solidFill>
          <a:schemeClr val="lt1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" name="Google Shape;374;p53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375" name="Google Shape;375;p53"/>
            <p:cNvSpPr/>
            <p:nvPr/>
          </p:nvSpPr>
          <p:spPr>
            <a:xfrm>
              <a:off x="0" y="0"/>
              <a:ext cx="9143640" cy="34272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376" name="Google Shape;376;p53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377" name="Google Shape;377;p53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78" name="Google Shape;378;p53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79" name="Google Shape;379;p53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380" name="Google Shape;380;p53"/>
          <p:cNvGrpSpPr/>
          <p:nvPr/>
        </p:nvGrpSpPr>
        <p:grpSpPr>
          <a:xfrm>
            <a:off x="66600" y="204480"/>
            <a:ext cx="9077040" cy="4939200"/>
            <a:chOff x="66600" y="204480"/>
            <a:chExt cx="9077040" cy="4939200"/>
          </a:xfrm>
        </p:grpSpPr>
        <p:grpSp>
          <p:nvGrpSpPr>
            <p:cNvPr id="381" name="Google Shape;381;p53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382" name="Google Shape;382;p53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grpSp>
            <p:nvGrpSpPr>
              <p:cNvPr id="383" name="Google Shape;383;p53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384" name="Google Shape;384;p53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85" name="Google Shape;385;p53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386" name="Google Shape;386;p53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  <p:cxnSp>
          <p:nvCxnSpPr>
            <p:cNvPr id="387" name="Google Shape;387;p53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noFill/>
            <a:ln cap="flat" cmpd="sng" w="9525">
              <a:solidFill>
                <a:srgbClr val="7EACE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88" name="Google Shape;388;p53"/>
          <p:cNvSpPr txBox="1"/>
          <p:nvPr>
            <p:ph type="title"/>
          </p:nvPr>
        </p:nvSpPr>
        <p:spPr>
          <a:xfrm>
            <a:off x="3667680" y="1431720"/>
            <a:ext cx="4475160" cy="6307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8">
  <p:cSld name="CUSTOM_18">
    <p:bg>
      <p:bgPr>
        <a:solidFill>
          <a:schemeClr val="lt1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4"/>
          <p:cNvSpPr txBox="1"/>
          <p:nvPr>
            <p:ph type="title"/>
          </p:nvPr>
        </p:nvSpPr>
        <p:spPr>
          <a:xfrm>
            <a:off x="1090800" y="1837800"/>
            <a:ext cx="269352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7">
  <p:cSld name="CUSTOM_27">
    <p:bg>
      <p:bgPr>
        <a:solidFill>
          <a:schemeClr val="lt1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5"/>
          <p:cNvSpPr txBox="1"/>
          <p:nvPr>
            <p:ph type="title"/>
          </p:nvPr>
        </p:nvSpPr>
        <p:spPr>
          <a:xfrm>
            <a:off x="4192200" y="1940400"/>
            <a:ext cx="3076920" cy="8485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0">
  <p:cSld name="CUSTOM_30">
    <p:bg>
      <p:bgPr>
        <a:solidFill>
          <a:schemeClr val="lt1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6"/>
          <p:cNvSpPr txBox="1"/>
          <p:nvPr>
            <p:ph type="title"/>
          </p:nvPr>
        </p:nvSpPr>
        <p:spPr>
          <a:xfrm>
            <a:off x="2712240" y="1485720"/>
            <a:ext cx="3945960" cy="19965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1">
  <p:cSld name="CUSTOM_11">
    <p:bg>
      <p:bgPr>
        <a:solidFill>
          <a:schemeClr val="lt1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6" name="Google Shape;396;p57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397" name="Google Shape;397;p57"/>
            <p:cNvSpPr/>
            <p:nvPr/>
          </p:nvSpPr>
          <p:spPr>
            <a:xfrm>
              <a:off x="0" y="0"/>
              <a:ext cx="9143640" cy="34272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398" name="Google Shape;398;p57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399" name="Google Shape;399;p57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00" name="Google Shape;400;p57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01" name="Google Shape;401;p57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402" name="Google Shape;402;p57"/>
          <p:cNvGrpSpPr/>
          <p:nvPr/>
        </p:nvGrpSpPr>
        <p:grpSpPr>
          <a:xfrm>
            <a:off x="66600" y="204480"/>
            <a:ext cx="9077040" cy="4939200"/>
            <a:chOff x="66600" y="204480"/>
            <a:chExt cx="9077040" cy="4939200"/>
          </a:xfrm>
        </p:grpSpPr>
        <p:grpSp>
          <p:nvGrpSpPr>
            <p:cNvPr id="403" name="Google Shape;403;p57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404" name="Google Shape;404;p57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grpSp>
            <p:nvGrpSpPr>
              <p:cNvPr id="405" name="Google Shape;405;p57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406" name="Google Shape;406;p57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07" name="Google Shape;407;p57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08" name="Google Shape;408;p57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  <p:cxnSp>
          <p:nvCxnSpPr>
            <p:cNvPr id="409" name="Google Shape;409;p57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noFill/>
            <a:ln cap="flat" cmpd="sng" w="9525">
              <a:solidFill>
                <a:srgbClr val="7EACE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10" name="Google Shape;410;p57"/>
          <p:cNvSpPr txBox="1"/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6">
  <p:cSld name="CUSTOM_6">
    <p:bg>
      <p:bgPr>
        <a:solidFill>
          <a:schemeClr val="lt1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" name="Google Shape;412;p58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413" name="Google Shape;413;p58"/>
            <p:cNvSpPr/>
            <p:nvPr/>
          </p:nvSpPr>
          <p:spPr>
            <a:xfrm>
              <a:off x="0" y="0"/>
              <a:ext cx="9143640" cy="34272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414" name="Google Shape;414;p58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415" name="Google Shape;415;p58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16" name="Google Shape;416;p58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17" name="Google Shape;417;p58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bg>
      <p:bgPr>
        <a:solidFill>
          <a:schemeClr val="lt1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9"/>
          <p:cNvSpPr txBox="1"/>
          <p:nvPr>
            <p:ph type="title"/>
          </p:nvPr>
        </p:nvSpPr>
        <p:spPr>
          <a:xfrm>
            <a:off x="714240" y="549720"/>
            <a:ext cx="771516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420" name="Google Shape;420;p59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421" name="Google Shape;421;p59"/>
            <p:cNvSpPr/>
            <p:nvPr/>
          </p:nvSpPr>
          <p:spPr>
            <a:xfrm>
              <a:off x="0" y="0"/>
              <a:ext cx="9143640" cy="34272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422" name="Google Shape;422;p59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423" name="Google Shape;423;p59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24" name="Google Shape;424;p59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25" name="Google Shape;425;p59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6_1">
  <p:cSld name="CUSTOM_6_1">
    <p:bg>
      <p:bgPr>
        <a:solidFill>
          <a:schemeClr val="lt1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" name="Google Shape;427;p60"/>
          <p:cNvGrpSpPr/>
          <p:nvPr/>
        </p:nvGrpSpPr>
        <p:grpSpPr>
          <a:xfrm>
            <a:off x="0" y="0"/>
            <a:ext cx="9143640" cy="342720"/>
            <a:chOff x="0" y="0"/>
            <a:chExt cx="9143640" cy="342720"/>
          </a:xfrm>
        </p:grpSpPr>
        <p:sp>
          <p:nvSpPr>
            <p:cNvPr id="428" name="Google Shape;428;p60"/>
            <p:cNvSpPr/>
            <p:nvPr/>
          </p:nvSpPr>
          <p:spPr>
            <a:xfrm>
              <a:off x="0" y="0"/>
              <a:ext cx="9143640" cy="342720"/>
            </a:xfrm>
            <a:custGeom>
              <a:rect b="b" l="l" r="r" t="t"/>
              <a:pathLst>
                <a:path extrusionOk="0" h="1407" w="43778">
                  <a:moveTo>
                    <a:pt x="0" y="0"/>
                  </a:moveTo>
                  <a:lnTo>
                    <a:pt x="0" y="1406"/>
                  </a:lnTo>
                  <a:lnTo>
                    <a:pt x="43777" y="1406"/>
                  </a:lnTo>
                  <a:lnTo>
                    <a:pt x="437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429" name="Google Shape;429;p60"/>
            <p:cNvGrpSpPr/>
            <p:nvPr/>
          </p:nvGrpSpPr>
          <p:grpSpPr>
            <a:xfrm>
              <a:off x="216000" y="111240"/>
              <a:ext cx="642600" cy="120240"/>
              <a:chOff x="216000" y="111240"/>
              <a:chExt cx="642600" cy="120240"/>
            </a:xfrm>
          </p:grpSpPr>
          <p:sp>
            <p:nvSpPr>
              <p:cNvPr id="430" name="Google Shape;430;p60"/>
              <p:cNvSpPr/>
              <p:nvPr/>
            </p:nvSpPr>
            <p:spPr>
              <a:xfrm>
                <a:off x="216000" y="111240"/>
                <a:ext cx="120240" cy="12024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31" name="Google Shape;431;p60"/>
              <p:cNvSpPr/>
              <p:nvPr/>
            </p:nvSpPr>
            <p:spPr>
              <a:xfrm>
                <a:off x="477000" y="111240"/>
                <a:ext cx="120240" cy="12024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32" name="Google Shape;432;p60"/>
              <p:cNvSpPr/>
              <p:nvPr/>
            </p:nvSpPr>
            <p:spPr>
              <a:xfrm>
                <a:off x="738360" y="111240"/>
                <a:ext cx="120240" cy="12024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2475" lIns="91425" spcFirstLastPara="1" rIns="91425" wrap="square" tIns="424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433" name="Google Shape;433;p60"/>
          <p:cNvGrpSpPr/>
          <p:nvPr/>
        </p:nvGrpSpPr>
        <p:grpSpPr>
          <a:xfrm>
            <a:off x="66600" y="204480"/>
            <a:ext cx="9077040" cy="4939200"/>
            <a:chOff x="66600" y="204480"/>
            <a:chExt cx="9077040" cy="4939200"/>
          </a:xfrm>
        </p:grpSpPr>
        <p:grpSp>
          <p:nvGrpSpPr>
            <p:cNvPr id="434" name="Google Shape;434;p60"/>
            <p:cNvGrpSpPr/>
            <p:nvPr/>
          </p:nvGrpSpPr>
          <p:grpSpPr>
            <a:xfrm>
              <a:off x="66600" y="206640"/>
              <a:ext cx="9077040" cy="342720"/>
              <a:chOff x="66600" y="206640"/>
              <a:chExt cx="9077040" cy="342720"/>
            </a:xfrm>
          </p:grpSpPr>
          <p:sp>
            <p:nvSpPr>
              <p:cNvPr id="435" name="Google Shape;435;p60"/>
              <p:cNvSpPr/>
              <p:nvPr/>
            </p:nvSpPr>
            <p:spPr>
              <a:xfrm>
                <a:off x="66600" y="206640"/>
                <a:ext cx="9077040" cy="34272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grpSp>
            <p:nvGrpSpPr>
              <p:cNvPr id="436" name="Google Shape;436;p60"/>
              <p:cNvGrpSpPr/>
              <p:nvPr/>
            </p:nvGrpSpPr>
            <p:grpSpPr>
              <a:xfrm>
                <a:off x="280080" y="317880"/>
                <a:ext cx="635400" cy="120240"/>
                <a:chOff x="280080" y="317880"/>
                <a:chExt cx="635400" cy="120240"/>
              </a:xfrm>
            </p:grpSpPr>
            <p:sp>
              <p:nvSpPr>
                <p:cNvPr id="437" name="Google Shape;437;p60"/>
                <p:cNvSpPr/>
                <p:nvPr/>
              </p:nvSpPr>
              <p:spPr>
                <a:xfrm>
                  <a:off x="2800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38" name="Google Shape;438;p60"/>
                <p:cNvSpPr/>
                <p:nvPr/>
              </p:nvSpPr>
              <p:spPr>
                <a:xfrm>
                  <a:off x="53820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39" name="Google Shape;439;p60"/>
                <p:cNvSpPr/>
                <p:nvPr/>
              </p:nvSpPr>
              <p:spPr>
                <a:xfrm>
                  <a:off x="796680" y="31788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  <p:cxnSp>
          <p:nvCxnSpPr>
            <p:cNvPr id="440" name="Google Shape;440;p60"/>
            <p:cNvCxnSpPr/>
            <p:nvPr/>
          </p:nvCxnSpPr>
          <p:spPr>
            <a:xfrm>
              <a:off x="66600" y="204480"/>
              <a:ext cx="360" cy="4939200"/>
            </a:xfrm>
            <a:prstGeom prst="straightConnector1">
              <a:avLst/>
            </a:prstGeom>
            <a:noFill/>
            <a:ln cap="flat" cmpd="sng" w="9525">
              <a:solidFill>
                <a:srgbClr val="7EACE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41" name="Google Shape;441;p60"/>
          <p:cNvGrpSpPr/>
          <p:nvPr/>
        </p:nvGrpSpPr>
        <p:grpSpPr>
          <a:xfrm>
            <a:off x="156960" y="405360"/>
            <a:ext cx="8986680" cy="4748400"/>
            <a:chOff x="156960" y="405360"/>
            <a:chExt cx="8986680" cy="4748400"/>
          </a:xfrm>
        </p:grpSpPr>
        <p:grpSp>
          <p:nvGrpSpPr>
            <p:cNvPr id="442" name="Google Shape;442;p60"/>
            <p:cNvGrpSpPr/>
            <p:nvPr/>
          </p:nvGrpSpPr>
          <p:grpSpPr>
            <a:xfrm>
              <a:off x="156960" y="407520"/>
              <a:ext cx="8986680" cy="342720"/>
              <a:chOff x="156960" y="407520"/>
              <a:chExt cx="8986680" cy="342720"/>
            </a:xfrm>
          </p:grpSpPr>
          <p:sp>
            <p:nvSpPr>
              <p:cNvPr id="443" name="Google Shape;443;p60"/>
              <p:cNvSpPr/>
              <p:nvPr/>
            </p:nvSpPr>
            <p:spPr>
              <a:xfrm>
                <a:off x="156960" y="407520"/>
                <a:ext cx="8986680" cy="342720"/>
              </a:xfrm>
              <a:custGeom>
                <a:rect b="b" l="l" r="r" t="t"/>
                <a:pathLst>
                  <a:path extrusionOk="0" h="1407" w="43778">
                    <a:moveTo>
                      <a:pt x="0" y="0"/>
                    </a:moveTo>
                    <a:lnTo>
                      <a:pt x="0" y="1406"/>
                    </a:lnTo>
                    <a:lnTo>
                      <a:pt x="43777" y="1406"/>
                    </a:lnTo>
                    <a:lnTo>
                      <a:pt x="4377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grpSp>
            <p:nvGrpSpPr>
              <p:cNvPr id="444" name="Google Shape;444;p60"/>
              <p:cNvGrpSpPr/>
              <p:nvPr/>
            </p:nvGrpSpPr>
            <p:grpSpPr>
              <a:xfrm>
                <a:off x="370440" y="518760"/>
                <a:ext cx="635400" cy="120240"/>
                <a:chOff x="370440" y="518760"/>
                <a:chExt cx="635400" cy="120240"/>
              </a:xfrm>
            </p:grpSpPr>
            <p:sp>
              <p:nvSpPr>
                <p:cNvPr id="445" name="Google Shape;445;p60"/>
                <p:cNvSpPr/>
                <p:nvPr/>
              </p:nvSpPr>
              <p:spPr>
                <a:xfrm>
                  <a:off x="370440" y="51876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46" name="Google Shape;446;p60"/>
                <p:cNvSpPr/>
                <p:nvPr/>
              </p:nvSpPr>
              <p:spPr>
                <a:xfrm>
                  <a:off x="628920" y="51876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447" name="Google Shape;447;p60"/>
                <p:cNvSpPr/>
                <p:nvPr/>
              </p:nvSpPr>
              <p:spPr>
                <a:xfrm>
                  <a:off x="887040" y="518760"/>
                  <a:ext cx="118800" cy="12024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2475" lIns="91425" spcFirstLastPara="1" rIns="91425" wrap="square" tIns="4247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  <p:cxnSp>
          <p:nvCxnSpPr>
            <p:cNvPr id="448" name="Google Shape;448;p60"/>
            <p:cNvCxnSpPr/>
            <p:nvPr/>
          </p:nvCxnSpPr>
          <p:spPr>
            <a:xfrm>
              <a:off x="156960" y="405360"/>
              <a:ext cx="360" cy="4748400"/>
            </a:xfrm>
            <a:prstGeom prst="straightConnector1">
              <a:avLst/>
            </a:prstGeom>
            <a:noFill/>
            <a:ln cap="flat" cmpd="sng" w="9525">
              <a:solidFill>
                <a:srgbClr val="7EACE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>
  <p:cSld name="ONE_COLUMN_TEXT">
    <p:bg>
      <p:bgPr>
        <a:solidFill>
          <a:schemeClr val="lt1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1"/>
          <p:cNvSpPr txBox="1"/>
          <p:nvPr>
            <p:ph type="title"/>
          </p:nvPr>
        </p:nvSpPr>
        <p:spPr>
          <a:xfrm>
            <a:off x="714240" y="1068840"/>
            <a:ext cx="3001680" cy="4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_POINT">
  <p:cSld name="MAIN_POINT">
    <p:bg>
      <p:bgPr>
        <a:solidFill>
          <a:schemeClr val="lt1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2"/>
          <p:cNvSpPr txBox="1"/>
          <p:nvPr>
            <p:ph type="title"/>
          </p:nvPr>
        </p:nvSpPr>
        <p:spPr>
          <a:xfrm>
            <a:off x="2321640" y="2019960"/>
            <a:ext cx="4040640" cy="1797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_ONLY">
  <p:cSld name="CAPTION_ONLY">
    <p:bg>
      <p:bgPr>
        <a:solidFill>
          <a:schemeClr val="lt1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3"/>
          <p:cNvSpPr txBox="1"/>
          <p:nvPr>
            <p:ph type="title"/>
          </p:nvPr>
        </p:nvSpPr>
        <p:spPr>
          <a:xfrm>
            <a:off x="4139280" y="3267000"/>
            <a:ext cx="4290480" cy="1172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theme" Target="../theme/theme1.xml"/><Relationship Id="rId50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"/>
          <p:cNvSpPr/>
          <p:nvPr/>
        </p:nvSpPr>
        <p:spPr>
          <a:xfrm>
            <a:off x="7714440" y="1026360"/>
            <a:ext cx="664920" cy="660960"/>
          </a:xfrm>
          <a:custGeom>
            <a:rect b="b" l="l" r="r" t="t"/>
            <a:pathLst>
              <a:path extrusionOk="0" h="9094" w="9148">
                <a:moveTo>
                  <a:pt x="4561" y="2153"/>
                </a:moveTo>
                <a:cubicBezTo>
                  <a:pt x="4628" y="2153"/>
                  <a:pt x="4697" y="2157"/>
                  <a:pt x="4770" y="2164"/>
                </a:cubicBezTo>
                <a:cubicBezTo>
                  <a:pt x="4799" y="2164"/>
                  <a:pt x="4828" y="2164"/>
                  <a:pt x="4871" y="2179"/>
                </a:cubicBezTo>
                <a:lnTo>
                  <a:pt x="4972" y="2193"/>
                </a:lnTo>
                <a:cubicBezTo>
                  <a:pt x="5001" y="2193"/>
                  <a:pt x="5030" y="2193"/>
                  <a:pt x="5074" y="2208"/>
                </a:cubicBezTo>
                <a:cubicBezTo>
                  <a:pt x="5146" y="2222"/>
                  <a:pt x="5233" y="2251"/>
                  <a:pt x="5320" y="2280"/>
                </a:cubicBezTo>
                <a:lnTo>
                  <a:pt x="5393" y="2295"/>
                </a:lnTo>
                <a:cubicBezTo>
                  <a:pt x="5494" y="2338"/>
                  <a:pt x="5610" y="2382"/>
                  <a:pt x="5712" y="2440"/>
                </a:cubicBezTo>
                <a:cubicBezTo>
                  <a:pt x="5755" y="2469"/>
                  <a:pt x="5784" y="2483"/>
                  <a:pt x="5813" y="2498"/>
                </a:cubicBezTo>
                <a:cubicBezTo>
                  <a:pt x="5842" y="2527"/>
                  <a:pt x="5886" y="2541"/>
                  <a:pt x="5915" y="2570"/>
                </a:cubicBezTo>
                <a:lnTo>
                  <a:pt x="6002" y="2628"/>
                </a:lnTo>
                <a:lnTo>
                  <a:pt x="6016" y="2643"/>
                </a:lnTo>
                <a:cubicBezTo>
                  <a:pt x="6045" y="2657"/>
                  <a:pt x="6074" y="2686"/>
                  <a:pt x="6103" y="2715"/>
                </a:cubicBezTo>
                <a:cubicBezTo>
                  <a:pt x="6132" y="2730"/>
                  <a:pt x="6161" y="2759"/>
                  <a:pt x="6190" y="2788"/>
                </a:cubicBezTo>
                <a:cubicBezTo>
                  <a:pt x="6248" y="2845"/>
                  <a:pt x="6306" y="2903"/>
                  <a:pt x="6364" y="2961"/>
                </a:cubicBezTo>
                <a:cubicBezTo>
                  <a:pt x="6379" y="2990"/>
                  <a:pt x="6408" y="3005"/>
                  <a:pt x="6422" y="3034"/>
                </a:cubicBezTo>
                <a:cubicBezTo>
                  <a:pt x="6466" y="3077"/>
                  <a:pt x="6495" y="3121"/>
                  <a:pt x="6524" y="3164"/>
                </a:cubicBezTo>
                <a:lnTo>
                  <a:pt x="6567" y="3222"/>
                </a:lnTo>
                <a:cubicBezTo>
                  <a:pt x="6625" y="3309"/>
                  <a:pt x="6668" y="3382"/>
                  <a:pt x="6712" y="3469"/>
                </a:cubicBezTo>
                <a:cubicBezTo>
                  <a:pt x="6726" y="3498"/>
                  <a:pt x="6741" y="3527"/>
                  <a:pt x="6755" y="3556"/>
                </a:cubicBezTo>
                <a:lnTo>
                  <a:pt x="6770" y="3570"/>
                </a:lnTo>
                <a:cubicBezTo>
                  <a:pt x="6784" y="3614"/>
                  <a:pt x="6799" y="3643"/>
                  <a:pt x="6813" y="3686"/>
                </a:cubicBezTo>
                <a:lnTo>
                  <a:pt x="6813" y="3701"/>
                </a:lnTo>
                <a:cubicBezTo>
                  <a:pt x="6828" y="3730"/>
                  <a:pt x="6828" y="3759"/>
                  <a:pt x="6842" y="3788"/>
                </a:cubicBezTo>
                <a:cubicBezTo>
                  <a:pt x="6857" y="3802"/>
                  <a:pt x="6857" y="3817"/>
                  <a:pt x="6857" y="3846"/>
                </a:cubicBezTo>
                <a:cubicBezTo>
                  <a:pt x="6886" y="3918"/>
                  <a:pt x="6900" y="3991"/>
                  <a:pt x="6929" y="4078"/>
                </a:cubicBezTo>
                <a:cubicBezTo>
                  <a:pt x="6929" y="4107"/>
                  <a:pt x="6929" y="4121"/>
                  <a:pt x="6944" y="4150"/>
                </a:cubicBezTo>
                <a:cubicBezTo>
                  <a:pt x="6944" y="4208"/>
                  <a:pt x="6958" y="4266"/>
                  <a:pt x="6973" y="4324"/>
                </a:cubicBezTo>
                <a:cubicBezTo>
                  <a:pt x="6973" y="4382"/>
                  <a:pt x="6973" y="4498"/>
                  <a:pt x="6973" y="4585"/>
                </a:cubicBezTo>
                <a:cubicBezTo>
                  <a:pt x="6973" y="4657"/>
                  <a:pt x="6987" y="4701"/>
                  <a:pt x="6987" y="4788"/>
                </a:cubicBezTo>
                <a:cubicBezTo>
                  <a:pt x="6987" y="4788"/>
                  <a:pt x="6987" y="4802"/>
                  <a:pt x="6987" y="4802"/>
                </a:cubicBezTo>
                <a:lnTo>
                  <a:pt x="6973" y="4933"/>
                </a:lnTo>
                <a:cubicBezTo>
                  <a:pt x="6973" y="4976"/>
                  <a:pt x="6958" y="5005"/>
                  <a:pt x="6944" y="5049"/>
                </a:cubicBezTo>
                <a:cubicBezTo>
                  <a:pt x="6929" y="5136"/>
                  <a:pt x="6900" y="5208"/>
                  <a:pt x="6871" y="5295"/>
                </a:cubicBezTo>
                <a:cubicBezTo>
                  <a:pt x="6857" y="5339"/>
                  <a:pt x="6842" y="5382"/>
                  <a:pt x="6828" y="5426"/>
                </a:cubicBezTo>
                <a:cubicBezTo>
                  <a:pt x="6813" y="5484"/>
                  <a:pt x="6799" y="5513"/>
                  <a:pt x="6770" y="5556"/>
                </a:cubicBezTo>
                <a:lnTo>
                  <a:pt x="6726" y="5643"/>
                </a:lnTo>
                <a:cubicBezTo>
                  <a:pt x="6697" y="5716"/>
                  <a:pt x="6639" y="5788"/>
                  <a:pt x="6596" y="5861"/>
                </a:cubicBezTo>
                <a:lnTo>
                  <a:pt x="6553" y="5919"/>
                </a:lnTo>
                <a:cubicBezTo>
                  <a:pt x="6553" y="5933"/>
                  <a:pt x="6553" y="5948"/>
                  <a:pt x="6538" y="5948"/>
                </a:cubicBezTo>
                <a:lnTo>
                  <a:pt x="6495" y="6020"/>
                </a:lnTo>
                <a:lnTo>
                  <a:pt x="6422" y="6093"/>
                </a:lnTo>
                <a:cubicBezTo>
                  <a:pt x="6379" y="6151"/>
                  <a:pt x="6335" y="6194"/>
                  <a:pt x="6292" y="6237"/>
                </a:cubicBezTo>
                <a:cubicBezTo>
                  <a:pt x="6263" y="6266"/>
                  <a:pt x="6248" y="6281"/>
                  <a:pt x="6219" y="6310"/>
                </a:cubicBezTo>
                <a:lnTo>
                  <a:pt x="6161" y="6368"/>
                </a:lnTo>
                <a:lnTo>
                  <a:pt x="6060" y="6440"/>
                </a:lnTo>
                <a:cubicBezTo>
                  <a:pt x="5973" y="6513"/>
                  <a:pt x="5900" y="6571"/>
                  <a:pt x="5813" y="6614"/>
                </a:cubicBezTo>
                <a:lnTo>
                  <a:pt x="5726" y="6672"/>
                </a:lnTo>
                <a:lnTo>
                  <a:pt x="5625" y="6716"/>
                </a:lnTo>
                <a:lnTo>
                  <a:pt x="5538" y="6759"/>
                </a:lnTo>
                <a:lnTo>
                  <a:pt x="5378" y="6817"/>
                </a:lnTo>
                <a:cubicBezTo>
                  <a:pt x="5349" y="6832"/>
                  <a:pt x="5306" y="6846"/>
                  <a:pt x="5277" y="6846"/>
                </a:cubicBezTo>
                <a:cubicBezTo>
                  <a:pt x="5219" y="6875"/>
                  <a:pt x="5146" y="6890"/>
                  <a:pt x="5088" y="6904"/>
                </a:cubicBezTo>
                <a:cubicBezTo>
                  <a:pt x="5045" y="6904"/>
                  <a:pt x="5016" y="6919"/>
                  <a:pt x="4987" y="6919"/>
                </a:cubicBezTo>
                <a:cubicBezTo>
                  <a:pt x="4944" y="6933"/>
                  <a:pt x="4915" y="6933"/>
                  <a:pt x="4886" y="6933"/>
                </a:cubicBezTo>
                <a:cubicBezTo>
                  <a:pt x="4763" y="6944"/>
                  <a:pt x="4640" y="6954"/>
                  <a:pt x="4517" y="6954"/>
                </a:cubicBezTo>
                <a:cubicBezTo>
                  <a:pt x="4466" y="6954"/>
                  <a:pt x="4415" y="6952"/>
                  <a:pt x="4364" y="6948"/>
                </a:cubicBezTo>
                <a:cubicBezTo>
                  <a:pt x="4335" y="6948"/>
                  <a:pt x="4306" y="6933"/>
                  <a:pt x="4277" y="6933"/>
                </a:cubicBezTo>
                <a:cubicBezTo>
                  <a:pt x="4233" y="6933"/>
                  <a:pt x="4204" y="6933"/>
                  <a:pt x="4175" y="6919"/>
                </a:cubicBezTo>
                <a:cubicBezTo>
                  <a:pt x="4132" y="6919"/>
                  <a:pt x="4103" y="6904"/>
                  <a:pt x="4074" y="6904"/>
                </a:cubicBezTo>
                <a:cubicBezTo>
                  <a:pt x="3958" y="6875"/>
                  <a:pt x="3842" y="6846"/>
                  <a:pt x="3726" y="6803"/>
                </a:cubicBezTo>
                <a:cubicBezTo>
                  <a:pt x="3697" y="6788"/>
                  <a:pt x="3668" y="6788"/>
                  <a:pt x="3624" y="6774"/>
                </a:cubicBezTo>
                <a:lnTo>
                  <a:pt x="3523" y="6730"/>
                </a:lnTo>
                <a:lnTo>
                  <a:pt x="3508" y="6730"/>
                </a:lnTo>
                <a:cubicBezTo>
                  <a:pt x="3479" y="6716"/>
                  <a:pt x="3450" y="6701"/>
                  <a:pt x="3407" y="6687"/>
                </a:cubicBezTo>
                <a:cubicBezTo>
                  <a:pt x="3349" y="6643"/>
                  <a:pt x="3277" y="6600"/>
                  <a:pt x="3219" y="6556"/>
                </a:cubicBezTo>
                <a:cubicBezTo>
                  <a:pt x="3175" y="6542"/>
                  <a:pt x="3146" y="6527"/>
                  <a:pt x="3117" y="6498"/>
                </a:cubicBezTo>
                <a:lnTo>
                  <a:pt x="3045" y="6440"/>
                </a:lnTo>
                <a:cubicBezTo>
                  <a:pt x="3001" y="6411"/>
                  <a:pt x="2972" y="6368"/>
                  <a:pt x="2929" y="6339"/>
                </a:cubicBezTo>
                <a:cubicBezTo>
                  <a:pt x="2900" y="6310"/>
                  <a:pt x="2871" y="6281"/>
                  <a:pt x="2827" y="6237"/>
                </a:cubicBezTo>
                <a:lnTo>
                  <a:pt x="2755" y="6151"/>
                </a:lnTo>
                <a:cubicBezTo>
                  <a:pt x="2653" y="6049"/>
                  <a:pt x="2581" y="5933"/>
                  <a:pt x="2494" y="5817"/>
                </a:cubicBezTo>
                <a:cubicBezTo>
                  <a:pt x="2479" y="5774"/>
                  <a:pt x="2465" y="5745"/>
                  <a:pt x="2436" y="5716"/>
                </a:cubicBezTo>
                <a:cubicBezTo>
                  <a:pt x="2421" y="5672"/>
                  <a:pt x="2392" y="5629"/>
                  <a:pt x="2378" y="5600"/>
                </a:cubicBezTo>
                <a:cubicBezTo>
                  <a:pt x="2363" y="5556"/>
                  <a:pt x="2363" y="5556"/>
                  <a:pt x="2349" y="5527"/>
                </a:cubicBezTo>
                <a:cubicBezTo>
                  <a:pt x="2349" y="5513"/>
                  <a:pt x="2334" y="5498"/>
                  <a:pt x="2334" y="5484"/>
                </a:cubicBezTo>
                <a:cubicBezTo>
                  <a:pt x="2334" y="5469"/>
                  <a:pt x="2320" y="5440"/>
                  <a:pt x="2305" y="5426"/>
                </a:cubicBezTo>
                <a:cubicBezTo>
                  <a:pt x="2305" y="5397"/>
                  <a:pt x="2291" y="5368"/>
                  <a:pt x="2276" y="5339"/>
                </a:cubicBezTo>
                <a:cubicBezTo>
                  <a:pt x="2276" y="5339"/>
                  <a:pt x="2276" y="5324"/>
                  <a:pt x="2276" y="5310"/>
                </a:cubicBezTo>
                <a:cubicBezTo>
                  <a:pt x="2262" y="5281"/>
                  <a:pt x="2247" y="5252"/>
                  <a:pt x="2247" y="5223"/>
                </a:cubicBezTo>
                <a:cubicBezTo>
                  <a:pt x="2233" y="5165"/>
                  <a:pt x="2218" y="5121"/>
                  <a:pt x="2204" y="5063"/>
                </a:cubicBezTo>
                <a:cubicBezTo>
                  <a:pt x="2204" y="5034"/>
                  <a:pt x="2189" y="5005"/>
                  <a:pt x="2189" y="4976"/>
                </a:cubicBezTo>
                <a:cubicBezTo>
                  <a:pt x="2175" y="4918"/>
                  <a:pt x="2160" y="4860"/>
                  <a:pt x="2160" y="4802"/>
                </a:cubicBezTo>
                <a:cubicBezTo>
                  <a:pt x="2160" y="4730"/>
                  <a:pt x="2146" y="4643"/>
                  <a:pt x="2146" y="4556"/>
                </a:cubicBezTo>
                <a:cubicBezTo>
                  <a:pt x="2146" y="4484"/>
                  <a:pt x="2160" y="4397"/>
                  <a:pt x="2160" y="4310"/>
                </a:cubicBezTo>
                <a:cubicBezTo>
                  <a:pt x="2160" y="4310"/>
                  <a:pt x="2160" y="4295"/>
                  <a:pt x="2160" y="4295"/>
                </a:cubicBezTo>
                <a:cubicBezTo>
                  <a:pt x="2160" y="4252"/>
                  <a:pt x="2175" y="4208"/>
                  <a:pt x="2175" y="4179"/>
                </a:cubicBezTo>
                <a:cubicBezTo>
                  <a:pt x="2189" y="4136"/>
                  <a:pt x="2189" y="4092"/>
                  <a:pt x="2204" y="4049"/>
                </a:cubicBezTo>
                <a:cubicBezTo>
                  <a:pt x="2218" y="3962"/>
                  <a:pt x="2247" y="3889"/>
                  <a:pt x="2262" y="3802"/>
                </a:cubicBezTo>
                <a:lnTo>
                  <a:pt x="2305" y="3715"/>
                </a:lnTo>
                <a:cubicBezTo>
                  <a:pt x="2305" y="3686"/>
                  <a:pt x="2320" y="3657"/>
                  <a:pt x="2334" y="3643"/>
                </a:cubicBezTo>
                <a:cubicBezTo>
                  <a:pt x="2334" y="3614"/>
                  <a:pt x="2349" y="3599"/>
                  <a:pt x="2349" y="3585"/>
                </a:cubicBezTo>
                <a:cubicBezTo>
                  <a:pt x="2363" y="3570"/>
                  <a:pt x="2378" y="3541"/>
                  <a:pt x="2378" y="3527"/>
                </a:cubicBezTo>
                <a:cubicBezTo>
                  <a:pt x="2407" y="3454"/>
                  <a:pt x="2450" y="3396"/>
                  <a:pt x="2479" y="3338"/>
                </a:cubicBezTo>
                <a:lnTo>
                  <a:pt x="2537" y="3251"/>
                </a:lnTo>
                <a:lnTo>
                  <a:pt x="2581" y="3179"/>
                </a:lnTo>
                <a:cubicBezTo>
                  <a:pt x="2610" y="3135"/>
                  <a:pt x="2639" y="3106"/>
                  <a:pt x="2668" y="3077"/>
                </a:cubicBezTo>
                <a:cubicBezTo>
                  <a:pt x="2697" y="3034"/>
                  <a:pt x="2711" y="3005"/>
                  <a:pt x="2740" y="2976"/>
                </a:cubicBezTo>
                <a:cubicBezTo>
                  <a:pt x="2769" y="2947"/>
                  <a:pt x="2798" y="2918"/>
                  <a:pt x="2827" y="2874"/>
                </a:cubicBezTo>
                <a:cubicBezTo>
                  <a:pt x="2987" y="2730"/>
                  <a:pt x="3146" y="2599"/>
                  <a:pt x="3334" y="2483"/>
                </a:cubicBezTo>
                <a:lnTo>
                  <a:pt x="3421" y="2440"/>
                </a:lnTo>
                <a:lnTo>
                  <a:pt x="3508" y="2396"/>
                </a:lnTo>
                <a:lnTo>
                  <a:pt x="3610" y="2353"/>
                </a:lnTo>
                <a:cubicBezTo>
                  <a:pt x="3653" y="2324"/>
                  <a:pt x="3711" y="2309"/>
                  <a:pt x="3769" y="2280"/>
                </a:cubicBezTo>
                <a:cubicBezTo>
                  <a:pt x="3798" y="2266"/>
                  <a:pt x="3827" y="2266"/>
                  <a:pt x="3856" y="2251"/>
                </a:cubicBezTo>
                <a:lnTo>
                  <a:pt x="3958" y="2222"/>
                </a:lnTo>
                <a:cubicBezTo>
                  <a:pt x="4016" y="2208"/>
                  <a:pt x="4088" y="2193"/>
                  <a:pt x="4161" y="2193"/>
                </a:cubicBezTo>
                <a:lnTo>
                  <a:pt x="4262" y="2179"/>
                </a:lnTo>
                <a:lnTo>
                  <a:pt x="4364" y="2164"/>
                </a:lnTo>
                <a:cubicBezTo>
                  <a:pt x="4429" y="2157"/>
                  <a:pt x="4494" y="2153"/>
                  <a:pt x="4561" y="2153"/>
                </a:cubicBezTo>
                <a:close/>
                <a:moveTo>
                  <a:pt x="4588" y="1"/>
                </a:moveTo>
                <a:cubicBezTo>
                  <a:pt x="4422" y="1"/>
                  <a:pt x="4255" y="12"/>
                  <a:pt x="4088" y="33"/>
                </a:cubicBezTo>
                <a:cubicBezTo>
                  <a:pt x="3827" y="62"/>
                  <a:pt x="3624" y="309"/>
                  <a:pt x="3653" y="570"/>
                </a:cubicBezTo>
                <a:lnTo>
                  <a:pt x="3653" y="613"/>
                </a:lnTo>
                <a:cubicBezTo>
                  <a:pt x="3653" y="642"/>
                  <a:pt x="3653" y="657"/>
                  <a:pt x="3653" y="686"/>
                </a:cubicBezTo>
                <a:cubicBezTo>
                  <a:pt x="3653" y="874"/>
                  <a:pt x="3552" y="1048"/>
                  <a:pt x="3378" y="1135"/>
                </a:cubicBezTo>
                <a:lnTo>
                  <a:pt x="3334" y="1149"/>
                </a:lnTo>
                <a:lnTo>
                  <a:pt x="3190" y="1207"/>
                </a:lnTo>
                <a:lnTo>
                  <a:pt x="3059" y="1265"/>
                </a:lnTo>
                <a:lnTo>
                  <a:pt x="3030" y="1280"/>
                </a:lnTo>
                <a:cubicBezTo>
                  <a:pt x="2964" y="1306"/>
                  <a:pt x="2895" y="1319"/>
                  <a:pt x="2827" y="1319"/>
                </a:cubicBezTo>
                <a:cubicBezTo>
                  <a:pt x="2673" y="1319"/>
                  <a:pt x="2526" y="1252"/>
                  <a:pt x="2436" y="1121"/>
                </a:cubicBezTo>
                <a:cubicBezTo>
                  <a:pt x="2336" y="985"/>
                  <a:pt x="2185" y="917"/>
                  <a:pt x="2030" y="917"/>
                </a:cubicBezTo>
                <a:cubicBezTo>
                  <a:pt x="1937" y="917"/>
                  <a:pt x="1841" y="941"/>
                  <a:pt x="1754" y="990"/>
                </a:cubicBezTo>
                <a:lnTo>
                  <a:pt x="1711" y="1019"/>
                </a:lnTo>
                <a:cubicBezTo>
                  <a:pt x="1465" y="1222"/>
                  <a:pt x="1233" y="1454"/>
                  <a:pt x="1030" y="1715"/>
                </a:cubicBezTo>
                <a:cubicBezTo>
                  <a:pt x="928" y="1845"/>
                  <a:pt x="885" y="2005"/>
                  <a:pt x="943" y="2164"/>
                </a:cubicBezTo>
                <a:cubicBezTo>
                  <a:pt x="957" y="2208"/>
                  <a:pt x="972" y="2251"/>
                  <a:pt x="1001" y="2295"/>
                </a:cubicBezTo>
                <a:cubicBezTo>
                  <a:pt x="1015" y="2324"/>
                  <a:pt x="1044" y="2367"/>
                  <a:pt x="1073" y="2382"/>
                </a:cubicBezTo>
                <a:lnTo>
                  <a:pt x="1117" y="2425"/>
                </a:lnTo>
                <a:cubicBezTo>
                  <a:pt x="1305" y="2570"/>
                  <a:pt x="1378" y="2817"/>
                  <a:pt x="1276" y="3034"/>
                </a:cubicBezTo>
                <a:cubicBezTo>
                  <a:pt x="1233" y="3135"/>
                  <a:pt x="1189" y="3237"/>
                  <a:pt x="1146" y="3338"/>
                </a:cubicBezTo>
                <a:cubicBezTo>
                  <a:pt x="1131" y="3396"/>
                  <a:pt x="1102" y="3454"/>
                  <a:pt x="1059" y="3498"/>
                </a:cubicBezTo>
                <a:cubicBezTo>
                  <a:pt x="1030" y="3527"/>
                  <a:pt x="1001" y="3541"/>
                  <a:pt x="972" y="3570"/>
                </a:cubicBezTo>
                <a:cubicBezTo>
                  <a:pt x="943" y="3585"/>
                  <a:pt x="899" y="3599"/>
                  <a:pt x="870" y="3614"/>
                </a:cubicBezTo>
                <a:cubicBezTo>
                  <a:pt x="841" y="3628"/>
                  <a:pt x="827" y="3643"/>
                  <a:pt x="798" y="3643"/>
                </a:cubicBezTo>
                <a:cubicBezTo>
                  <a:pt x="769" y="3650"/>
                  <a:pt x="740" y="3654"/>
                  <a:pt x="711" y="3654"/>
                </a:cubicBezTo>
                <a:cubicBezTo>
                  <a:pt x="682" y="3654"/>
                  <a:pt x="653" y="3650"/>
                  <a:pt x="624" y="3643"/>
                </a:cubicBezTo>
                <a:lnTo>
                  <a:pt x="450" y="3643"/>
                </a:lnTo>
                <a:cubicBezTo>
                  <a:pt x="232" y="3686"/>
                  <a:pt x="73" y="3860"/>
                  <a:pt x="44" y="4078"/>
                </a:cubicBezTo>
                <a:cubicBezTo>
                  <a:pt x="0" y="4397"/>
                  <a:pt x="0" y="4730"/>
                  <a:pt x="44" y="5049"/>
                </a:cubicBezTo>
                <a:cubicBezTo>
                  <a:pt x="70" y="5305"/>
                  <a:pt x="277" y="5494"/>
                  <a:pt x="525" y="5494"/>
                </a:cubicBezTo>
                <a:cubicBezTo>
                  <a:pt x="557" y="5494"/>
                  <a:pt x="590" y="5490"/>
                  <a:pt x="624" y="5484"/>
                </a:cubicBezTo>
                <a:lnTo>
                  <a:pt x="696" y="5484"/>
                </a:lnTo>
                <a:cubicBezTo>
                  <a:pt x="798" y="5484"/>
                  <a:pt x="885" y="5527"/>
                  <a:pt x="972" y="5571"/>
                </a:cubicBezTo>
                <a:cubicBezTo>
                  <a:pt x="1001" y="5585"/>
                  <a:pt x="1015" y="5614"/>
                  <a:pt x="1030" y="5629"/>
                </a:cubicBezTo>
                <a:cubicBezTo>
                  <a:pt x="1088" y="5672"/>
                  <a:pt x="1131" y="5730"/>
                  <a:pt x="1160" y="5803"/>
                </a:cubicBezTo>
                <a:cubicBezTo>
                  <a:pt x="1189" y="5904"/>
                  <a:pt x="1233" y="6006"/>
                  <a:pt x="1276" y="6107"/>
                </a:cubicBezTo>
                <a:cubicBezTo>
                  <a:pt x="1378" y="6310"/>
                  <a:pt x="1320" y="6527"/>
                  <a:pt x="1175" y="6672"/>
                </a:cubicBezTo>
                <a:lnTo>
                  <a:pt x="1117" y="6716"/>
                </a:lnTo>
                <a:cubicBezTo>
                  <a:pt x="1073" y="6745"/>
                  <a:pt x="1030" y="6788"/>
                  <a:pt x="1001" y="6846"/>
                </a:cubicBezTo>
                <a:cubicBezTo>
                  <a:pt x="972" y="6875"/>
                  <a:pt x="957" y="6919"/>
                  <a:pt x="943" y="6977"/>
                </a:cubicBezTo>
                <a:cubicBezTo>
                  <a:pt x="943" y="6991"/>
                  <a:pt x="943" y="7006"/>
                  <a:pt x="928" y="7020"/>
                </a:cubicBezTo>
                <a:lnTo>
                  <a:pt x="928" y="7064"/>
                </a:lnTo>
                <a:cubicBezTo>
                  <a:pt x="928" y="7078"/>
                  <a:pt x="928" y="7093"/>
                  <a:pt x="928" y="7107"/>
                </a:cubicBezTo>
                <a:lnTo>
                  <a:pt x="928" y="7122"/>
                </a:lnTo>
                <a:lnTo>
                  <a:pt x="928" y="7194"/>
                </a:lnTo>
                <a:cubicBezTo>
                  <a:pt x="943" y="7223"/>
                  <a:pt x="943" y="7238"/>
                  <a:pt x="957" y="7267"/>
                </a:cubicBezTo>
                <a:cubicBezTo>
                  <a:pt x="957" y="7267"/>
                  <a:pt x="957" y="7281"/>
                  <a:pt x="957" y="7281"/>
                </a:cubicBezTo>
                <a:cubicBezTo>
                  <a:pt x="972" y="7296"/>
                  <a:pt x="972" y="7325"/>
                  <a:pt x="986" y="7339"/>
                </a:cubicBezTo>
                <a:lnTo>
                  <a:pt x="986" y="7354"/>
                </a:lnTo>
                <a:cubicBezTo>
                  <a:pt x="1001" y="7368"/>
                  <a:pt x="1001" y="7383"/>
                  <a:pt x="1015" y="7397"/>
                </a:cubicBezTo>
                <a:cubicBezTo>
                  <a:pt x="1218" y="7658"/>
                  <a:pt x="1450" y="7890"/>
                  <a:pt x="1711" y="8093"/>
                </a:cubicBezTo>
                <a:cubicBezTo>
                  <a:pt x="1796" y="8166"/>
                  <a:pt x="1901" y="8198"/>
                  <a:pt x="2001" y="8198"/>
                </a:cubicBezTo>
                <a:cubicBezTo>
                  <a:pt x="2021" y="8198"/>
                  <a:pt x="2040" y="8197"/>
                  <a:pt x="2059" y="8194"/>
                </a:cubicBezTo>
                <a:cubicBezTo>
                  <a:pt x="2102" y="8194"/>
                  <a:pt x="2146" y="8180"/>
                  <a:pt x="2189" y="8165"/>
                </a:cubicBezTo>
                <a:cubicBezTo>
                  <a:pt x="2291" y="8136"/>
                  <a:pt x="2363" y="8078"/>
                  <a:pt x="2421" y="8006"/>
                </a:cubicBezTo>
                <a:lnTo>
                  <a:pt x="2465" y="7948"/>
                </a:lnTo>
                <a:cubicBezTo>
                  <a:pt x="2523" y="7905"/>
                  <a:pt x="2581" y="7861"/>
                  <a:pt x="2653" y="7832"/>
                </a:cubicBezTo>
                <a:lnTo>
                  <a:pt x="2827" y="7789"/>
                </a:lnTo>
                <a:cubicBezTo>
                  <a:pt x="2900" y="7803"/>
                  <a:pt x="2972" y="7818"/>
                  <a:pt x="3030" y="7847"/>
                </a:cubicBezTo>
                <a:cubicBezTo>
                  <a:pt x="3132" y="7890"/>
                  <a:pt x="3233" y="7933"/>
                  <a:pt x="3334" y="7962"/>
                </a:cubicBezTo>
                <a:cubicBezTo>
                  <a:pt x="3421" y="8006"/>
                  <a:pt x="3508" y="8064"/>
                  <a:pt x="3566" y="8151"/>
                </a:cubicBezTo>
                <a:cubicBezTo>
                  <a:pt x="3581" y="8180"/>
                  <a:pt x="3610" y="8209"/>
                  <a:pt x="3610" y="8252"/>
                </a:cubicBezTo>
                <a:cubicBezTo>
                  <a:pt x="3653" y="8325"/>
                  <a:pt x="3653" y="8412"/>
                  <a:pt x="3639" y="8499"/>
                </a:cubicBezTo>
                <a:cubicBezTo>
                  <a:pt x="3610" y="8760"/>
                  <a:pt x="3769" y="9006"/>
                  <a:pt x="4030" y="9064"/>
                </a:cubicBezTo>
                <a:lnTo>
                  <a:pt x="4074" y="9064"/>
                </a:lnTo>
                <a:cubicBezTo>
                  <a:pt x="4248" y="9079"/>
                  <a:pt x="4407" y="9093"/>
                  <a:pt x="4567" y="9093"/>
                </a:cubicBezTo>
                <a:cubicBezTo>
                  <a:pt x="4726" y="9093"/>
                  <a:pt x="4900" y="9079"/>
                  <a:pt x="5059" y="9064"/>
                </a:cubicBezTo>
                <a:cubicBezTo>
                  <a:pt x="5175" y="9050"/>
                  <a:pt x="5277" y="9006"/>
                  <a:pt x="5364" y="8919"/>
                </a:cubicBezTo>
                <a:cubicBezTo>
                  <a:pt x="5393" y="8876"/>
                  <a:pt x="5422" y="8847"/>
                  <a:pt x="5436" y="8803"/>
                </a:cubicBezTo>
                <a:cubicBezTo>
                  <a:pt x="5451" y="8789"/>
                  <a:pt x="5465" y="8774"/>
                  <a:pt x="5465" y="8745"/>
                </a:cubicBezTo>
                <a:cubicBezTo>
                  <a:pt x="5494" y="8673"/>
                  <a:pt x="5509" y="8586"/>
                  <a:pt x="5494" y="8499"/>
                </a:cubicBezTo>
                <a:cubicBezTo>
                  <a:pt x="5494" y="8470"/>
                  <a:pt x="5494" y="8441"/>
                  <a:pt x="5494" y="8426"/>
                </a:cubicBezTo>
                <a:cubicBezTo>
                  <a:pt x="5494" y="8209"/>
                  <a:pt x="5625" y="8020"/>
                  <a:pt x="5813" y="7948"/>
                </a:cubicBezTo>
                <a:cubicBezTo>
                  <a:pt x="5915" y="7919"/>
                  <a:pt x="6016" y="7876"/>
                  <a:pt x="6118" y="7832"/>
                </a:cubicBezTo>
                <a:cubicBezTo>
                  <a:pt x="6183" y="7796"/>
                  <a:pt x="6255" y="7778"/>
                  <a:pt x="6328" y="7778"/>
                </a:cubicBezTo>
                <a:cubicBezTo>
                  <a:pt x="6400" y="7778"/>
                  <a:pt x="6473" y="7796"/>
                  <a:pt x="6538" y="7832"/>
                </a:cubicBezTo>
                <a:cubicBezTo>
                  <a:pt x="6582" y="7847"/>
                  <a:pt x="6611" y="7876"/>
                  <a:pt x="6639" y="7890"/>
                </a:cubicBezTo>
                <a:cubicBezTo>
                  <a:pt x="6654" y="7905"/>
                  <a:pt x="6668" y="7919"/>
                  <a:pt x="6683" y="7933"/>
                </a:cubicBezTo>
                <a:cubicBezTo>
                  <a:pt x="6697" y="7948"/>
                  <a:pt x="6712" y="7962"/>
                  <a:pt x="6726" y="7977"/>
                </a:cubicBezTo>
                <a:cubicBezTo>
                  <a:pt x="6817" y="8113"/>
                  <a:pt x="6964" y="8181"/>
                  <a:pt x="7119" y="8181"/>
                </a:cubicBezTo>
                <a:cubicBezTo>
                  <a:pt x="7211" y="8181"/>
                  <a:pt x="7306" y="8156"/>
                  <a:pt x="7393" y="8107"/>
                </a:cubicBezTo>
                <a:lnTo>
                  <a:pt x="7437" y="8078"/>
                </a:lnTo>
                <a:cubicBezTo>
                  <a:pt x="7553" y="7977"/>
                  <a:pt x="7683" y="7861"/>
                  <a:pt x="7799" y="7745"/>
                </a:cubicBezTo>
                <a:cubicBezTo>
                  <a:pt x="7915" y="7629"/>
                  <a:pt x="8017" y="7513"/>
                  <a:pt x="8118" y="7383"/>
                </a:cubicBezTo>
                <a:cubicBezTo>
                  <a:pt x="8220" y="7252"/>
                  <a:pt x="8249" y="7093"/>
                  <a:pt x="8205" y="6933"/>
                </a:cubicBezTo>
                <a:cubicBezTo>
                  <a:pt x="8205" y="6904"/>
                  <a:pt x="8191" y="6890"/>
                  <a:pt x="8176" y="6861"/>
                </a:cubicBezTo>
                <a:cubicBezTo>
                  <a:pt x="8176" y="6846"/>
                  <a:pt x="8162" y="6817"/>
                  <a:pt x="8147" y="6803"/>
                </a:cubicBezTo>
                <a:cubicBezTo>
                  <a:pt x="8133" y="6774"/>
                  <a:pt x="8104" y="6745"/>
                  <a:pt x="8075" y="6716"/>
                </a:cubicBezTo>
                <a:lnTo>
                  <a:pt x="8031" y="6672"/>
                </a:lnTo>
                <a:cubicBezTo>
                  <a:pt x="8017" y="6658"/>
                  <a:pt x="8002" y="6658"/>
                  <a:pt x="7988" y="6643"/>
                </a:cubicBezTo>
                <a:cubicBezTo>
                  <a:pt x="7828" y="6498"/>
                  <a:pt x="7785" y="6266"/>
                  <a:pt x="7872" y="6078"/>
                </a:cubicBezTo>
                <a:cubicBezTo>
                  <a:pt x="7915" y="5977"/>
                  <a:pt x="7959" y="5875"/>
                  <a:pt x="8002" y="5774"/>
                </a:cubicBezTo>
                <a:cubicBezTo>
                  <a:pt x="8065" y="5571"/>
                  <a:pt x="8250" y="5446"/>
                  <a:pt x="8449" y="5446"/>
                </a:cubicBezTo>
                <a:cubicBezTo>
                  <a:pt x="8479" y="5446"/>
                  <a:pt x="8509" y="5449"/>
                  <a:pt x="8538" y="5455"/>
                </a:cubicBezTo>
                <a:cubicBezTo>
                  <a:pt x="8558" y="5457"/>
                  <a:pt x="8578" y="5458"/>
                  <a:pt x="8598" y="5458"/>
                </a:cubicBezTo>
                <a:cubicBezTo>
                  <a:pt x="8694" y="5458"/>
                  <a:pt x="8788" y="5430"/>
                  <a:pt x="8872" y="5382"/>
                </a:cubicBezTo>
                <a:cubicBezTo>
                  <a:pt x="8901" y="5368"/>
                  <a:pt x="8915" y="5353"/>
                  <a:pt x="8944" y="5339"/>
                </a:cubicBezTo>
                <a:lnTo>
                  <a:pt x="8973" y="5295"/>
                </a:lnTo>
                <a:cubicBezTo>
                  <a:pt x="8988" y="5295"/>
                  <a:pt x="8988" y="5281"/>
                  <a:pt x="9002" y="5266"/>
                </a:cubicBezTo>
                <a:cubicBezTo>
                  <a:pt x="9060" y="5194"/>
                  <a:pt x="9104" y="5107"/>
                  <a:pt x="9104" y="5020"/>
                </a:cubicBezTo>
                <a:cubicBezTo>
                  <a:pt x="9147" y="4686"/>
                  <a:pt x="9147" y="4368"/>
                  <a:pt x="9104" y="4034"/>
                </a:cubicBezTo>
                <a:lnTo>
                  <a:pt x="9104" y="4063"/>
                </a:lnTo>
                <a:cubicBezTo>
                  <a:pt x="9104" y="4020"/>
                  <a:pt x="9089" y="3962"/>
                  <a:pt x="9075" y="3918"/>
                </a:cubicBezTo>
                <a:cubicBezTo>
                  <a:pt x="9060" y="3889"/>
                  <a:pt x="9046" y="3875"/>
                  <a:pt x="9031" y="3846"/>
                </a:cubicBezTo>
                <a:cubicBezTo>
                  <a:pt x="9017" y="3817"/>
                  <a:pt x="9002" y="3802"/>
                  <a:pt x="8973" y="3773"/>
                </a:cubicBezTo>
                <a:lnTo>
                  <a:pt x="8944" y="3744"/>
                </a:lnTo>
                <a:cubicBezTo>
                  <a:pt x="8930" y="3730"/>
                  <a:pt x="8915" y="3730"/>
                  <a:pt x="8915" y="3715"/>
                </a:cubicBezTo>
                <a:lnTo>
                  <a:pt x="8857" y="3686"/>
                </a:lnTo>
                <a:cubicBezTo>
                  <a:pt x="8828" y="3657"/>
                  <a:pt x="8785" y="3643"/>
                  <a:pt x="8741" y="3643"/>
                </a:cubicBezTo>
                <a:lnTo>
                  <a:pt x="8712" y="3628"/>
                </a:lnTo>
                <a:cubicBezTo>
                  <a:pt x="8683" y="3621"/>
                  <a:pt x="8654" y="3617"/>
                  <a:pt x="8625" y="3617"/>
                </a:cubicBezTo>
                <a:cubicBezTo>
                  <a:pt x="8596" y="3617"/>
                  <a:pt x="8567" y="3621"/>
                  <a:pt x="8538" y="3628"/>
                </a:cubicBezTo>
                <a:lnTo>
                  <a:pt x="8422" y="3628"/>
                </a:lnTo>
                <a:cubicBezTo>
                  <a:pt x="8335" y="3614"/>
                  <a:pt x="8249" y="3585"/>
                  <a:pt x="8176" y="3541"/>
                </a:cubicBezTo>
                <a:lnTo>
                  <a:pt x="8133" y="3512"/>
                </a:lnTo>
                <a:cubicBezTo>
                  <a:pt x="8118" y="3498"/>
                  <a:pt x="8104" y="3483"/>
                  <a:pt x="8104" y="3469"/>
                </a:cubicBezTo>
                <a:cubicBezTo>
                  <a:pt x="8075" y="3454"/>
                  <a:pt x="8060" y="3425"/>
                  <a:pt x="8046" y="3411"/>
                </a:cubicBezTo>
                <a:lnTo>
                  <a:pt x="8017" y="3353"/>
                </a:lnTo>
                <a:cubicBezTo>
                  <a:pt x="8002" y="3338"/>
                  <a:pt x="8002" y="3324"/>
                  <a:pt x="8002" y="3309"/>
                </a:cubicBezTo>
                <a:cubicBezTo>
                  <a:pt x="8002" y="3295"/>
                  <a:pt x="7988" y="3295"/>
                  <a:pt x="7988" y="3280"/>
                </a:cubicBezTo>
                <a:cubicBezTo>
                  <a:pt x="7959" y="3179"/>
                  <a:pt x="7915" y="3092"/>
                  <a:pt x="7872" y="3005"/>
                </a:cubicBezTo>
                <a:cubicBezTo>
                  <a:pt x="7872" y="2990"/>
                  <a:pt x="7857" y="2976"/>
                  <a:pt x="7857" y="2961"/>
                </a:cubicBezTo>
                <a:cubicBezTo>
                  <a:pt x="7828" y="2889"/>
                  <a:pt x="7828" y="2817"/>
                  <a:pt x="7828" y="2744"/>
                </a:cubicBezTo>
                <a:cubicBezTo>
                  <a:pt x="7843" y="2701"/>
                  <a:pt x="7857" y="2643"/>
                  <a:pt x="7886" y="2585"/>
                </a:cubicBezTo>
                <a:cubicBezTo>
                  <a:pt x="7901" y="2527"/>
                  <a:pt x="7930" y="2469"/>
                  <a:pt x="7973" y="2425"/>
                </a:cubicBezTo>
                <a:cubicBezTo>
                  <a:pt x="7988" y="2411"/>
                  <a:pt x="8002" y="2396"/>
                  <a:pt x="8017" y="2396"/>
                </a:cubicBezTo>
                <a:lnTo>
                  <a:pt x="8031" y="2396"/>
                </a:lnTo>
                <a:lnTo>
                  <a:pt x="8075" y="2353"/>
                </a:lnTo>
                <a:cubicBezTo>
                  <a:pt x="8118" y="2324"/>
                  <a:pt x="8147" y="2280"/>
                  <a:pt x="8176" y="2237"/>
                </a:cubicBezTo>
                <a:cubicBezTo>
                  <a:pt x="8176" y="2208"/>
                  <a:pt x="8191" y="2193"/>
                  <a:pt x="8205" y="2164"/>
                </a:cubicBezTo>
                <a:cubicBezTo>
                  <a:pt x="8205" y="2150"/>
                  <a:pt x="8220" y="2121"/>
                  <a:pt x="8220" y="2092"/>
                </a:cubicBezTo>
                <a:cubicBezTo>
                  <a:pt x="8249" y="1947"/>
                  <a:pt x="8220" y="1802"/>
                  <a:pt x="8133" y="1686"/>
                </a:cubicBezTo>
                <a:cubicBezTo>
                  <a:pt x="8017" y="1555"/>
                  <a:pt x="7915" y="1439"/>
                  <a:pt x="7799" y="1323"/>
                </a:cubicBezTo>
                <a:cubicBezTo>
                  <a:pt x="7683" y="1207"/>
                  <a:pt x="7567" y="1092"/>
                  <a:pt x="7437" y="990"/>
                </a:cubicBezTo>
                <a:cubicBezTo>
                  <a:pt x="7352" y="926"/>
                  <a:pt x="7244" y="886"/>
                  <a:pt x="7135" y="886"/>
                </a:cubicBezTo>
                <a:cubicBezTo>
                  <a:pt x="7095" y="886"/>
                  <a:pt x="7055" y="891"/>
                  <a:pt x="7016" y="903"/>
                </a:cubicBezTo>
                <a:lnTo>
                  <a:pt x="6958" y="918"/>
                </a:lnTo>
                <a:cubicBezTo>
                  <a:pt x="6886" y="947"/>
                  <a:pt x="6828" y="990"/>
                  <a:pt x="6770" y="1048"/>
                </a:cubicBezTo>
                <a:cubicBezTo>
                  <a:pt x="6755" y="1063"/>
                  <a:pt x="6741" y="1077"/>
                  <a:pt x="6726" y="1092"/>
                </a:cubicBezTo>
                <a:cubicBezTo>
                  <a:pt x="6668" y="1178"/>
                  <a:pt x="6596" y="1236"/>
                  <a:pt x="6509" y="1265"/>
                </a:cubicBezTo>
                <a:cubicBezTo>
                  <a:pt x="6466" y="1280"/>
                  <a:pt x="6437" y="1294"/>
                  <a:pt x="6408" y="1294"/>
                </a:cubicBezTo>
                <a:lnTo>
                  <a:pt x="6263" y="1294"/>
                </a:lnTo>
                <a:cubicBezTo>
                  <a:pt x="6234" y="1294"/>
                  <a:pt x="6205" y="1280"/>
                  <a:pt x="6190" y="1280"/>
                </a:cubicBezTo>
                <a:lnTo>
                  <a:pt x="6132" y="1251"/>
                </a:lnTo>
                <a:lnTo>
                  <a:pt x="6074" y="1222"/>
                </a:lnTo>
                <a:cubicBezTo>
                  <a:pt x="6045" y="1207"/>
                  <a:pt x="6016" y="1193"/>
                  <a:pt x="5987" y="1193"/>
                </a:cubicBezTo>
                <a:cubicBezTo>
                  <a:pt x="5944" y="1178"/>
                  <a:pt x="5871" y="1149"/>
                  <a:pt x="5828" y="1121"/>
                </a:cubicBezTo>
                <a:cubicBezTo>
                  <a:pt x="5625" y="1048"/>
                  <a:pt x="5494" y="845"/>
                  <a:pt x="5509" y="628"/>
                </a:cubicBezTo>
                <a:lnTo>
                  <a:pt x="5509" y="599"/>
                </a:lnTo>
                <a:cubicBezTo>
                  <a:pt x="5552" y="338"/>
                  <a:pt x="5378" y="106"/>
                  <a:pt x="5132" y="48"/>
                </a:cubicBezTo>
                <a:cubicBezTo>
                  <a:pt x="5117" y="33"/>
                  <a:pt x="5103" y="33"/>
                  <a:pt x="5088" y="33"/>
                </a:cubicBezTo>
                <a:cubicBezTo>
                  <a:pt x="4922" y="12"/>
                  <a:pt x="4755" y="1"/>
                  <a:pt x="458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60" name="Google Shape;460;p1"/>
          <p:cNvSpPr/>
          <p:nvPr/>
        </p:nvSpPr>
        <p:spPr>
          <a:xfrm>
            <a:off x="4922280" y="945720"/>
            <a:ext cx="3888720" cy="3214080"/>
          </a:xfrm>
          <a:custGeom>
            <a:rect b="b" l="l" r="r" t="t"/>
            <a:pathLst>
              <a:path extrusionOk="0" h="35317" w="42729">
                <a:moveTo>
                  <a:pt x="19690" y="1"/>
                </a:moveTo>
                <a:cubicBezTo>
                  <a:pt x="18145" y="1"/>
                  <a:pt x="16885" y="1260"/>
                  <a:pt x="16885" y="2834"/>
                </a:cubicBezTo>
                <a:lnTo>
                  <a:pt x="16885" y="6898"/>
                </a:lnTo>
                <a:cubicBezTo>
                  <a:pt x="16885" y="7356"/>
                  <a:pt x="16513" y="7728"/>
                  <a:pt x="16084" y="7728"/>
                </a:cubicBezTo>
                <a:cubicBezTo>
                  <a:pt x="15626" y="7728"/>
                  <a:pt x="15283" y="7356"/>
                  <a:pt x="15283" y="6898"/>
                </a:cubicBezTo>
                <a:lnTo>
                  <a:pt x="15283" y="6383"/>
                </a:lnTo>
                <a:cubicBezTo>
                  <a:pt x="15283" y="4837"/>
                  <a:pt x="14024" y="3607"/>
                  <a:pt x="12507" y="3607"/>
                </a:cubicBezTo>
                <a:cubicBezTo>
                  <a:pt x="10961" y="3607"/>
                  <a:pt x="9702" y="4837"/>
                  <a:pt x="9702" y="6383"/>
                </a:cubicBezTo>
                <a:lnTo>
                  <a:pt x="9702" y="16800"/>
                </a:lnTo>
                <a:cubicBezTo>
                  <a:pt x="9702" y="17201"/>
                  <a:pt x="9387" y="17515"/>
                  <a:pt x="8987" y="17515"/>
                </a:cubicBezTo>
                <a:cubicBezTo>
                  <a:pt x="8615" y="17515"/>
                  <a:pt x="8271" y="17201"/>
                  <a:pt x="8271" y="16800"/>
                </a:cubicBezTo>
                <a:lnTo>
                  <a:pt x="8271" y="16113"/>
                </a:lnTo>
                <a:cubicBezTo>
                  <a:pt x="8271" y="15026"/>
                  <a:pt x="7413" y="14138"/>
                  <a:pt x="6325" y="14138"/>
                </a:cubicBezTo>
                <a:cubicBezTo>
                  <a:pt x="5237" y="14138"/>
                  <a:pt x="4350" y="15026"/>
                  <a:pt x="4379" y="16113"/>
                </a:cubicBezTo>
                <a:lnTo>
                  <a:pt x="4379" y="22467"/>
                </a:lnTo>
                <a:cubicBezTo>
                  <a:pt x="4379" y="22839"/>
                  <a:pt x="4035" y="23182"/>
                  <a:pt x="3663" y="23182"/>
                </a:cubicBezTo>
                <a:cubicBezTo>
                  <a:pt x="3263" y="23182"/>
                  <a:pt x="2948" y="22839"/>
                  <a:pt x="2948" y="22467"/>
                </a:cubicBezTo>
                <a:cubicBezTo>
                  <a:pt x="2948" y="21637"/>
                  <a:pt x="2261" y="20978"/>
                  <a:pt x="1460" y="20978"/>
                </a:cubicBezTo>
                <a:cubicBezTo>
                  <a:pt x="658" y="20978"/>
                  <a:pt x="0" y="21637"/>
                  <a:pt x="0" y="22467"/>
                </a:cubicBezTo>
                <a:lnTo>
                  <a:pt x="0" y="35317"/>
                </a:lnTo>
                <a:lnTo>
                  <a:pt x="42729" y="35317"/>
                </a:lnTo>
                <a:lnTo>
                  <a:pt x="42729" y="22839"/>
                </a:lnTo>
                <a:cubicBezTo>
                  <a:pt x="42729" y="21808"/>
                  <a:pt x="41899" y="20978"/>
                  <a:pt x="40897" y="20978"/>
                </a:cubicBezTo>
                <a:cubicBezTo>
                  <a:pt x="39867" y="20978"/>
                  <a:pt x="39037" y="21808"/>
                  <a:pt x="39037" y="22839"/>
                </a:cubicBezTo>
                <a:lnTo>
                  <a:pt x="39037" y="23497"/>
                </a:lnTo>
                <a:cubicBezTo>
                  <a:pt x="39037" y="23955"/>
                  <a:pt x="38665" y="24298"/>
                  <a:pt x="38235" y="24298"/>
                </a:cubicBezTo>
                <a:cubicBezTo>
                  <a:pt x="37806" y="24298"/>
                  <a:pt x="37434" y="23955"/>
                  <a:pt x="37434" y="23497"/>
                </a:cubicBezTo>
                <a:lnTo>
                  <a:pt x="37434" y="10990"/>
                </a:lnTo>
                <a:cubicBezTo>
                  <a:pt x="37434" y="9702"/>
                  <a:pt x="36375" y="8644"/>
                  <a:pt x="35087" y="8644"/>
                </a:cubicBezTo>
                <a:cubicBezTo>
                  <a:pt x="33799" y="8644"/>
                  <a:pt x="32741" y="9702"/>
                  <a:pt x="32741" y="10990"/>
                </a:cubicBezTo>
                <a:lnTo>
                  <a:pt x="32741" y="11763"/>
                </a:lnTo>
                <a:cubicBezTo>
                  <a:pt x="32741" y="12479"/>
                  <a:pt x="32168" y="13022"/>
                  <a:pt x="31481" y="13022"/>
                </a:cubicBezTo>
                <a:cubicBezTo>
                  <a:pt x="30766" y="13022"/>
                  <a:pt x="30222" y="12479"/>
                  <a:pt x="30222" y="11763"/>
                </a:cubicBezTo>
                <a:lnTo>
                  <a:pt x="30222" y="5324"/>
                </a:lnTo>
                <a:cubicBezTo>
                  <a:pt x="30222" y="3807"/>
                  <a:pt x="28963" y="2548"/>
                  <a:pt x="27446" y="2548"/>
                </a:cubicBezTo>
                <a:cubicBezTo>
                  <a:pt x="25901" y="2548"/>
                  <a:pt x="24641" y="3807"/>
                  <a:pt x="24641" y="5324"/>
                </a:cubicBezTo>
                <a:lnTo>
                  <a:pt x="24641" y="5696"/>
                </a:lnTo>
                <a:cubicBezTo>
                  <a:pt x="24641" y="6268"/>
                  <a:pt x="24155" y="6755"/>
                  <a:pt x="23582" y="6755"/>
                </a:cubicBezTo>
                <a:cubicBezTo>
                  <a:pt x="22981" y="6755"/>
                  <a:pt x="22495" y="6268"/>
                  <a:pt x="22495" y="5696"/>
                </a:cubicBezTo>
                <a:lnTo>
                  <a:pt x="22495" y="2834"/>
                </a:lnTo>
                <a:cubicBezTo>
                  <a:pt x="22495" y="1260"/>
                  <a:pt x="21236" y="1"/>
                  <a:pt x="1969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61" name="Google Shape;461;p1"/>
          <p:cNvSpPr/>
          <p:nvPr/>
        </p:nvSpPr>
        <p:spPr>
          <a:xfrm>
            <a:off x="4789440" y="4295520"/>
            <a:ext cx="4081320" cy="88200"/>
          </a:xfrm>
          <a:custGeom>
            <a:rect b="b" l="l" r="r" t="t"/>
            <a:pathLst>
              <a:path extrusionOk="0" h="974" w="44847">
                <a:moveTo>
                  <a:pt x="659" y="1"/>
                </a:moveTo>
                <a:cubicBezTo>
                  <a:pt x="1" y="1"/>
                  <a:pt x="1" y="974"/>
                  <a:pt x="659" y="974"/>
                </a:cubicBezTo>
                <a:lnTo>
                  <a:pt x="44360" y="974"/>
                </a:lnTo>
                <a:cubicBezTo>
                  <a:pt x="44618" y="974"/>
                  <a:pt x="44847" y="745"/>
                  <a:pt x="44847" y="487"/>
                </a:cubicBezTo>
                <a:cubicBezTo>
                  <a:pt x="44847" y="201"/>
                  <a:pt x="44618" y="1"/>
                  <a:pt x="4436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4275" lIns="91425" spcFirstLastPara="1" rIns="91425" wrap="square" tIns="4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62" name="Google Shape;462;p1"/>
          <p:cNvSpPr/>
          <p:nvPr/>
        </p:nvSpPr>
        <p:spPr>
          <a:xfrm>
            <a:off x="4789440" y="4295520"/>
            <a:ext cx="1784160" cy="91080"/>
          </a:xfrm>
          <a:custGeom>
            <a:rect b="b" l="l" r="r" t="t"/>
            <a:pathLst>
              <a:path extrusionOk="0" h="1003" w="19605">
                <a:moveTo>
                  <a:pt x="659" y="1"/>
                </a:moveTo>
                <a:cubicBezTo>
                  <a:pt x="1" y="1"/>
                  <a:pt x="1" y="1003"/>
                  <a:pt x="659" y="1003"/>
                </a:cubicBezTo>
                <a:lnTo>
                  <a:pt x="19605" y="1003"/>
                </a:lnTo>
                <a:lnTo>
                  <a:pt x="1960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63" name="Google Shape;463;p1"/>
          <p:cNvSpPr/>
          <p:nvPr/>
        </p:nvSpPr>
        <p:spPr>
          <a:xfrm>
            <a:off x="6474960" y="4250160"/>
            <a:ext cx="195120" cy="177480"/>
          </a:xfrm>
          <a:custGeom>
            <a:rect b="b" l="l" r="r" t="t"/>
            <a:pathLst>
              <a:path extrusionOk="0" h="1954" w="2147">
                <a:moveTo>
                  <a:pt x="1073" y="0"/>
                </a:moveTo>
                <a:cubicBezTo>
                  <a:pt x="823" y="0"/>
                  <a:pt x="573" y="100"/>
                  <a:pt x="372" y="301"/>
                </a:cubicBezTo>
                <a:cubicBezTo>
                  <a:pt x="0" y="673"/>
                  <a:pt x="0" y="1302"/>
                  <a:pt x="372" y="1674"/>
                </a:cubicBezTo>
                <a:cubicBezTo>
                  <a:pt x="573" y="1860"/>
                  <a:pt x="823" y="1953"/>
                  <a:pt x="1073" y="1953"/>
                </a:cubicBezTo>
                <a:cubicBezTo>
                  <a:pt x="1324" y="1953"/>
                  <a:pt x="1574" y="1860"/>
                  <a:pt x="1775" y="1674"/>
                </a:cubicBezTo>
                <a:cubicBezTo>
                  <a:pt x="2147" y="1302"/>
                  <a:pt x="2147" y="673"/>
                  <a:pt x="1775" y="301"/>
                </a:cubicBezTo>
                <a:cubicBezTo>
                  <a:pt x="1574" y="100"/>
                  <a:pt x="1324" y="0"/>
                  <a:pt x="107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88900" lIns="91425" spcFirstLastPara="1" rIns="91425" wrap="square" tIns="88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64" name="Google Shape;464;p1"/>
          <p:cNvSpPr/>
          <p:nvPr/>
        </p:nvSpPr>
        <p:spPr>
          <a:xfrm>
            <a:off x="7842600" y="2205000"/>
            <a:ext cx="1380240" cy="1954800"/>
          </a:xfrm>
          <a:custGeom>
            <a:rect b="b" l="l" r="r" t="t"/>
            <a:pathLst>
              <a:path extrusionOk="0" h="21482" w="15169">
                <a:moveTo>
                  <a:pt x="5892" y="0"/>
                </a:moveTo>
                <a:cubicBezTo>
                  <a:pt x="1137" y="0"/>
                  <a:pt x="0" y="21482"/>
                  <a:pt x="0" y="21482"/>
                </a:cubicBezTo>
                <a:lnTo>
                  <a:pt x="8701" y="21482"/>
                </a:lnTo>
                <a:cubicBezTo>
                  <a:pt x="8701" y="21482"/>
                  <a:pt x="15168" y="2364"/>
                  <a:pt x="12020" y="1706"/>
                </a:cubicBezTo>
                <a:cubicBezTo>
                  <a:pt x="11914" y="1683"/>
                  <a:pt x="11808" y="1672"/>
                  <a:pt x="11704" y="1672"/>
                </a:cubicBezTo>
                <a:cubicBezTo>
                  <a:pt x="8733" y="1672"/>
                  <a:pt x="6560" y="10641"/>
                  <a:pt x="6443" y="10641"/>
                </a:cubicBezTo>
                <a:cubicBezTo>
                  <a:pt x="6442" y="10641"/>
                  <a:pt x="6440" y="10639"/>
                  <a:pt x="6440" y="10635"/>
                </a:cubicBezTo>
                <a:cubicBezTo>
                  <a:pt x="6382" y="10320"/>
                  <a:pt x="9216" y="447"/>
                  <a:pt x="6125" y="17"/>
                </a:cubicBezTo>
                <a:cubicBezTo>
                  <a:pt x="6046" y="6"/>
                  <a:pt x="5969" y="0"/>
                  <a:pt x="589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65" name="Google Shape;465;p1"/>
          <p:cNvSpPr/>
          <p:nvPr/>
        </p:nvSpPr>
        <p:spPr>
          <a:xfrm>
            <a:off x="5552640" y="1893960"/>
            <a:ext cx="2760840" cy="1791720"/>
          </a:xfrm>
          <a:custGeom>
            <a:rect b="b" l="l" r="r" t="t"/>
            <a:pathLst>
              <a:path extrusionOk="0" h="19691" w="30338">
                <a:moveTo>
                  <a:pt x="3292" y="1"/>
                </a:moveTo>
                <a:cubicBezTo>
                  <a:pt x="1461" y="1"/>
                  <a:pt x="1" y="1461"/>
                  <a:pt x="1" y="3264"/>
                </a:cubicBezTo>
                <a:lnTo>
                  <a:pt x="1" y="16400"/>
                </a:lnTo>
                <a:cubicBezTo>
                  <a:pt x="1" y="18203"/>
                  <a:pt x="1461" y="19691"/>
                  <a:pt x="3292" y="19691"/>
                </a:cubicBezTo>
                <a:lnTo>
                  <a:pt x="27075" y="19691"/>
                </a:lnTo>
                <a:cubicBezTo>
                  <a:pt x="28878" y="19691"/>
                  <a:pt x="30337" y="18203"/>
                  <a:pt x="30337" y="16400"/>
                </a:cubicBezTo>
                <a:lnTo>
                  <a:pt x="30337" y="3264"/>
                </a:lnTo>
                <a:cubicBezTo>
                  <a:pt x="30337" y="1461"/>
                  <a:pt x="28878" y="1"/>
                  <a:pt x="2707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66" name="Google Shape;466;p1"/>
          <p:cNvSpPr/>
          <p:nvPr/>
        </p:nvSpPr>
        <p:spPr>
          <a:xfrm>
            <a:off x="5672520" y="1998360"/>
            <a:ext cx="2523600" cy="1442880"/>
          </a:xfrm>
          <a:custGeom>
            <a:rect b="b" l="l" r="r" t="t"/>
            <a:pathLst>
              <a:path extrusionOk="0" h="15856" w="27733">
                <a:moveTo>
                  <a:pt x="0" y="1"/>
                </a:moveTo>
                <a:lnTo>
                  <a:pt x="0" y="15856"/>
                </a:lnTo>
                <a:lnTo>
                  <a:pt x="27732" y="15856"/>
                </a:lnTo>
                <a:lnTo>
                  <a:pt x="2773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67" name="Google Shape;467;p1"/>
          <p:cNvSpPr/>
          <p:nvPr/>
        </p:nvSpPr>
        <p:spPr>
          <a:xfrm>
            <a:off x="6430680" y="3686040"/>
            <a:ext cx="1005120" cy="291600"/>
          </a:xfrm>
          <a:custGeom>
            <a:rect b="b" l="l" r="r" t="t"/>
            <a:pathLst>
              <a:path extrusionOk="0" h="3207" w="11048">
                <a:moveTo>
                  <a:pt x="1" y="1"/>
                </a:moveTo>
                <a:lnTo>
                  <a:pt x="1" y="3206"/>
                </a:lnTo>
                <a:lnTo>
                  <a:pt x="11048" y="3206"/>
                </a:lnTo>
                <a:lnTo>
                  <a:pt x="11048" y="1"/>
                </a:lnTo>
                <a:close/>
              </a:path>
            </a:pathLst>
          </a:custGeom>
          <a:solidFill>
            <a:srgbClr val="E3E9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68" name="Google Shape;468;p1"/>
          <p:cNvSpPr/>
          <p:nvPr/>
        </p:nvSpPr>
        <p:spPr>
          <a:xfrm>
            <a:off x="6144120" y="3957120"/>
            <a:ext cx="1578240" cy="203040"/>
          </a:xfrm>
          <a:custGeom>
            <a:rect b="b" l="l" r="r" t="t"/>
            <a:pathLst>
              <a:path extrusionOk="0" h="2233" w="17344">
                <a:moveTo>
                  <a:pt x="2261" y="0"/>
                </a:moveTo>
                <a:cubicBezTo>
                  <a:pt x="1031" y="0"/>
                  <a:pt x="1" y="1002"/>
                  <a:pt x="29" y="2233"/>
                </a:cubicBezTo>
                <a:lnTo>
                  <a:pt x="17344" y="2233"/>
                </a:lnTo>
                <a:cubicBezTo>
                  <a:pt x="17344" y="1002"/>
                  <a:pt x="16342" y="0"/>
                  <a:pt x="1511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69" name="Google Shape;469;p1"/>
          <p:cNvSpPr/>
          <p:nvPr/>
        </p:nvSpPr>
        <p:spPr>
          <a:xfrm>
            <a:off x="6248160" y="3631320"/>
            <a:ext cx="1382760" cy="106560"/>
          </a:xfrm>
          <a:custGeom>
            <a:rect b="b" l="l" r="r" t="t"/>
            <a:pathLst>
              <a:path extrusionOk="0" h="1175" w="15198">
                <a:moveTo>
                  <a:pt x="716" y="1"/>
                </a:moveTo>
                <a:cubicBezTo>
                  <a:pt x="0" y="58"/>
                  <a:pt x="0" y="1117"/>
                  <a:pt x="716" y="1174"/>
                </a:cubicBezTo>
                <a:lnTo>
                  <a:pt x="14482" y="1174"/>
                </a:lnTo>
                <a:cubicBezTo>
                  <a:pt x="15197" y="1117"/>
                  <a:pt x="15197" y="58"/>
                  <a:pt x="144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53275" lIns="91425" spcFirstLastPara="1" rIns="91425" wrap="square" tIns="53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70" name="Google Shape;470;p1"/>
          <p:cNvSpPr/>
          <p:nvPr/>
        </p:nvSpPr>
        <p:spPr>
          <a:xfrm>
            <a:off x="5302800" y="3798000"/>
            <a:ext cx="663840" cy="361800"/>
          </a:xfrm>
          <a:custGeom>
            <a:rect b="b" l="l" r="r" t="t"/>
            <a:pathLst>
              <a:path extrusionOk="0" h="3979" w="7299">
                <a:moveTo>
                  <a:pt x="1031" y="1"/>
                </a:moveTo>
                <a:cubicBezTo>
                  <a:pt x="487" y="1"/>
                  <a:pt x="1" y="458"/>
                  <a:pt x="1" y="1031"/>
                </a:cubicBezTo>
                <a:cubicBezTo>
                  <a:pt x="1" y="2662"/>
                  <a:pt x="1346" y="3979"/>
                  <a:pt x="2977" y="3979"/>
                </a:cubicBezTo>
                <a:lnTo>
                  <a:pt x="4322" y="3979"/>
                </a:lnTo>
                <a:cubicBezTo>
                  <a:pt x="5982" y="3979"/>
                  <a:pt x="7298" y="2662"/>
                  <a:pt x="7298" y="1031"/>
                </a:cubicBezTo>
                <a:cubicBezTo>
                  <a:pt x="7298" y="458"/>
                  <a:pt x="6841" y="1"/>
                  <a:pt x="626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71" name="Google Shape;471;p1"/>
          <p:cNvSpPr/>
          <p:nvPr/>
        </p:nvSpPr>
        <p:spPr>
          <a:xfrm>
            <a:off x="5237640" y="3256200"/>
            <a:ext cx="802080" cy="541800"/>
          </a:xfrm>
          <a:custGeom>
            <a:rect b="b" l="l" r="r" t="t"/>
            <a:pathLst>
              <a:path extrusionOk="0" h="5956" w="8815">
                <a:moveTo>
                  <a:pt x="4624" y="1"/>
                </a:moveTo>
                <a:cubicBezTo>
                  <a:pt x="4609" y="1"/>
                  <a:pt x="4594" y="2"/>
                  <a:pt x="4579" y="3"/>
                </a:cubicBezTo>
                <a:cubicBezTo>
                  <a:pt x="3492" y="60"/>
                  <a:pt x="3492" y="2951"/>
                  <a:pt x="3492" y="2951"/>
                </a:cubicBezTo>
                <a:cubicBezTo>
                  <a:pt x="3492" y="2951"/>
                  <a:pt x="2695" y="1756"/>
                  <a:pt x="2081" y="1756"/>
                </a:cubicBezTo>
                <a:cubicBezTo>
                  <a:pt x="1923" y="1756"/>
                  <a:pt x="1777" y="1835"/>
                  <a:pt x="1660" y="2035"/>
                </a:cubicBezTo>
                <a:cubicBezTo>
                  <a:pt x="1240" y="2714"/>
                  <a:pt x="1630" y="3394"/>
                  <a:pt x="1904" y="3742"/>
                </a:cubicBezTo>
                <a:lnTo>
                  <a:pt x="1904" y="3742"/>
                </a:lnTo>
                <a:cubicBezTo>
                  <a:pt x="1716" y="3560"/>
                  <a:pt x="1428" y="3341"/>
                  <a:pt x="1125" y="3341"/>
                </a:cubicBezTo>
                <a:cubicBezTo>
                  <a:pt x="959" y="3341"/>
                  <a:pt x="789" y="3407"/>
                  <a:pt x="630" y="3580"/>
                </a:cubicBezTo>
                <a:cubicBezTo>
                  <a:pt x="0" y="4296"/>
                  <a:pt x="2375" y="5927"/>
                  <a:pt x="2375" y="5927"/>
                </a:cubicBezTo>
                <a:lnTo>
                  <a:pt x="5924" y="5956"/>
                </a:lnTo>
                <a:cubicBezTo>
                  <a:pt x="5924" y="5956"/>
                  <a:pt x="8815" y="3552"/>
                  <a:pt x="8099" y="3094"/>
                </a:cubicBezTo>
                <a:cubicBezTo>
                  <a:pt x="7981" y="3013"/>
                  <a:pt x="7858" y="2980"/>
                  <a:pt x="7734" y="2980"/>
                </a:cubicBezTo>
                <a:cubicBezTo>
                  <a:pt x="7106" y="2980"/>
                  <a:pt x="6468" y="3838"/>
                  <a:pt x="6468" y="3838"/>
                </a:cubicBezTo>
                <a:cubicBezTo>
                  <a:pt x="6468" y="3838"/>
                  <a:pt x="8357" y="1262"/>
                  <a:pt x="7241" y="1062"/>
                </a:cubicBezTo>
                <a:cubicBezTo>
                  <a:pt x="7183" y="1050"/>
                  <a:pt x="7125" y="1044"/>
                  <a:pt x="7069" y="1044"/>
                </a:cubicBezTo>
                <a:cubicBezTo>
                  <a:pt x="6038" y="1044"/>
                  <a:pt x="5266" y="2922"/>
                  <a:pt x="5266" y="2922"/>
                </a:cubicBezTo>
                <a:cubicBezTo>
                  <a:pt x="5266" y="2922"/>
                  <a:pt x="5655" y="1"/>
                  <a:pt x="46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72" name="Google Shape;472;p1"/>
          <p:cNvSpPr/>
          <p:nvPr/>
        </p:nvSpPr>
        <p:spPr>
          <a:xfrm>
            <a:off x="4714200" y="4133160"/>
            <a:ext cx="4217040" cy="55440"/>
          </a:xfrm>
          <a:custGeom>
            <a:rect b="b" l="l" r="r" t="t"/>
            <a:pathLst>
              <a:path extrusionOk="0" h="612" w="46336">
                <a:moveTo>
                  <a:pt x="1060" y="1"/>
                </a:moveTo>
                <a:cubicBezTo>
                  <a:pt x="859" y="1"/>
                  <a:pt x="659" y="4"/>
                  <a:pt x="459" y="13"/>
                </a:cubicBezTo>
                <a:lnTo>
                  <a:pt x="401" y="13"/>
                </a:lnTo>
                <a:cubicBezTo>
                  <a:pt x="1" y="13"/>
                  <a:pt x="1" y="586"/>
                  <a:pt x="401" y="586"/>
                </a:cubicBezTo>
                <a:lnTo>
                  <a:pt x="44103" y="586"/>
                </a:lnTo>
                <a:cubicBezTo>
                  <a:pt x="44484" y="586"/>
                  <a:pt x="44879" y="611"/>
                  <a:pt x="45277" y="611"/>
                </a:cubicBezTo>
                <a:cubicBezTo>
                  <a:pt x="45477" y="611"/>
                  <a:pt x="45677" y="605"/>
                  <a:pt x="45877" y="586"/>
                </a:cubicBezTo>
                <a:lnTo>
                  <a:pt x="45963" y="586"/>
                </a:lnTo>
                <a:cubicBezTo>
                  <a:pt x="46335" y="586"/>
                  <a:pt x="46335" y="13"/>
                  <a:pt x="45963" y="13"/>
                </a:cubicBezTo>
                <a:lnTo>
                  <a:pt x="2262" y="13"/>
                </a:lnTo>
                <a:cubicBezTo>
                  <a:pt x="1861" y="13"/>
                  <a:pt x="1460" y="1"/>
                  <a:pt x="106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27700" lIns="91425" spcFirstLastPara="1" rIns="91425" wrap="square" tIns="27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473" name="Google Shape;473;p1"/>
          <p:cNvGrpSpPr/>
          <p:nvPr/>
        </p:nvGrpSpPr>
        <p:grpSpPr>
          <a:xfrm>
            <a:off x="6152040" y="2100600"/>
            <a:ext cx="1578240" cy="1284480"/>
            <a:chOff x="6152040" y="2100600"/>
            <a:chExt cx="1578240" cy="1284480"/>
          </a:xfrm>
        </p:grpSpPr>
        <p:sp>
          <p:nvSpPr>
            <p:cNvPr id="474" name="Google Shape;474;p1"/>
            <p:cNvSpPr/>
            <p:nvPr/>
          </p:nvSpPr>
          <p:spPr>
            <a:xfrm>
              <a:off x="7153200" y="2128320"/>
              <a:ext cx="356760" cy="212400"/>
            </a:xfrm>
            <a:custGeom>
              <a:rect b="b" l="l" r="r" t="t"/>
              <a:pathLst>
                <a:path extrusionOk="0" h="6701" w="11246">
                  <a:moveTo>
                    <a:pt x="7977" y="2830"/>
                  </a:moveTo>
                  <a:cubicBezTo>
                    <a:pt x="9146" y="3597"/>
                    <a:pt x="10917" y="4272"/>
                    <a:pt x="11190" y="5787"/>
                  </a:cubicBezTo>
                  <a:cubicBezTo>
                    <a:pt x="11245" y="6079"/>
                    <a:pt x="11209" y="6390"/>
                    <a:pt x="11117" y="6700"/>
                  </a:cubicBezTo>
                  <a:cubicBezTo>
                    <a:pt x="7485" y="4875"/>
                    <a:pt x="3706" y="3159"/>
                    <a:pt x="0" y="1406"/>
                  </a:cubicBezTo>
                  <a:cubicBezTo>
                    <a:pt x="164" y="968"/>
                    <a:pt x="511" y="639"/>
                    <a:pt x="931" y="493"/>
                  </a:cubicBezTo>
                  <a:cubicBezTo>
                    <a:pt x="2209" y="0"/>
                    <a:pt x="3907" y="968"/>
                    <a:pt x="4911" y="1333"/>
                  </a:cubicBezTo>
                  <a:cubicBezTo>
                    <a:pt x="5257" y="767"/>
                    <a:pt x="5714" y="329"/>
                    <a:pt x="6499" y="329"/>
                  </a:cubicBezTo>
                  <a:cubicBezTo>
                    <a:pt x="7722" y="366"/>
                    <a:pt x="8525" y="1570"/>
                    <a:pt x="7977" y="28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5" name="Google Shape;475;p1"/>
            <p:cNvSpPr/>
            <p:nvPr/>
          </p:nvSpPr>
          <p:spPr>
            <a:xfrm>
              <a:off x="7317720" y="2164320"/>
              <a:ext cx="90000" cy="77400"/>
            </a:xfrm>
            <a:custGeom>
              <a:rect b="b" l="l" r="r" t="t"/>
              <a:pathLst>
                <a:path extrusionOk="0" h="2447" w="2849">
                  <a:moveTo>
                    <a:pt x="1516" y="19"/>
                  </a:moveTo>
                  <a:cubicBezTo>
                    <a:pt x="2848" y="55"/>
                    <a:pt x="2319" y="2446"/>
                    <a:pt x="1004" y="1935"/>
                  </a:cubicBezTo>
                  <a:cubicBezTo>
                    <a:pt x="0" y="1552"/>
                    <a:pt x="585" y="0"/>
                    <a:pt x="1516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8875" lIns="91425" spcFirstLastPara="1" rIns="91425" wrap="square" tIns="38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6" name="Google Shape;476;p1"/>
            <p:cNvSpPr/>
            <p:nvPr/>
          </p:nvSpPr>
          <p:spPr>
            <a:xfrm>
              <a:off x="6630840" y="2111040"/>
              <a:ext cx="972000" cy="1124280"/>
            </a:xfrm>
            <a:custGeom>
              <a:rect b="b" l="l" r="r" t="t"/>
              <a:pathLst>
                <a:path extrusionOk="0" h="35416" w="30614">
                  <a:moveTo>
                    <a:pt x="9274" y="4948"/>
                  </a:moveTo>
                  <a:cubicBezTo>
                    <a:pt x="9456" y="4473"/>
                    <a:pt x="9767" y="3761"/>
                    <a:pt x="10095" y="3068"/>
                  </a:cubicBezTo>
                  <a:cubicBezTo>
                    <a:pt x="10771" y="1644"/>
                    <a:pt x="11337" y="1"/>
                    <a:pt x="12614" y="56"/>
                  </a:cubicBezTo>
                  <a:cubicBezTo>
                    <a:pt x="13235" y="92"/>
                    <a:pt x="14075" y="402"/>
                    <a:pt x="14896" y="731"/>
                  </a:cubicBezTo>
                  <a:cubicBezTo>
                    <a:pt x="15718" y="1041"/>
                    <a:pt x="16466" y="1461"/>
                    <a:pt x="17215" y="1808"/>
                  </a:cubicBezTo>
                  <a:cubicBezTo>
                    <a:pt x="20482" y="3378"/>
                    <a:pt x="22837" y="4820"/>
                    <a:pt x="26233" y="6317"/>
                  </a:cubicBezTo>
                  <a:cubicBezTo>
                    <a:pt x="26981" y="6646"/>
                    <a:pt x="27748" y="7047"/>
                    <a:pt x="28478" y="7431"/>
                  </a:cubicBezTo>
                  <a:cubicBezTo>
                    <a:pt x="29482" y="7978"/>
                    <a:pt x="30559" y="8471"/>
                    <a:pt x="30596" y="9347"/>
                  </a:cubicBezTo>
                  <a:cubicBezTo>
                    <a:pt x="30614" y="9767"/>
                    <a:pt x="30267" y="10333"/>
                    <a:pt x="30048" y="10917"/>
                  </a:cubicBezTo>
                  <a:cubicBezTo>
                    <a:pt x="29811" y="11501"/>
                    <a:pt x="29500" y="12031"/>
                    <a:pt x="29281" y="12506"/>
                  </a:cubicBezTo>
                  <a:cubicBezTo>
                    <a:pt x="28734" y="13637"/>
                    <a:pt x="28223" y="14678"/>
                    <a:pt x="27766" y="15645"/>
                  </a:cubicBezTo>
                  <a:cubicBezTo>
                    <a:pt x="26653" y="17964"/>
                    <a:pt x="25813" y="19990"/>
                    <a:pt x="24845" y="22199"/>
                  </a:cubicBezTo>
                  <a:cubicBezTo>
                    <a:pt x="23933" y="24298"/>
                    <a:pt x="23056" y="26562"/>
                    <a:pt x="22016" y="28771"/>
                  </a:cubicBezTo>
                  <a:cubicBezTo>
                    <a:pt x="21121" y="30651"/>
                    <a:pt x="20263" y="33353"/>
                    <a:pt x="18876" y="34503"/>
                  </a:cubicBezTo>
                  <a:cubicBezTo>
                    <a:pt x="17762" y="35416"/>
                    <a:pt x="16247" y="34850"/>
                    <a:pt x="14458" y="34138"/>
                  </a:cubicBezTo>
                  <a:cubicBezTo>
                    <a:pt x="10935" y="32732"/>
                    <a:pt x="7886" y="31016"/>
                    <a:pt x="4637" y="29483"/>
                  </a:cubicBezTo>
                  <a:cubicBezTo>
                    <a:pt x="3870" y="29118"/>
                    <a:pt x="2958" y="28734"/>
                    <a:pt x="2154" y="28333"/>
                  </a:cubicBezTo>
                  <a:cubicBezTo>
                    <a:pt x="1223" y="27876"/>
                    <a:pt x="329" y="27347"/>
                    <a:pt x="164" y="26781"/>
                  </a:cubicBezTo>
                  <a:cubicBezTo>
                    <a:pt x="0" y="26233"/>
                    <a:pt x="457" y="25138"/>
                    <a:pt x="876" y="24207"/>
                  </a:cubicBezTo>
                  <a:cubicBezTo>
                    <a:pt x="1296" y="23221"/>
                    <a:pt x="1753" y="22308"/>
                    <a:pt x="2136" y="21487"/>
                  </a:cubicBezTo>
                  <a:cubicBezTo>
                    <a:pt x="4637" y="16138"/>
                    <a:pt x="6882" y="10406"/>
                    <a:pt x="9256" y="5003"/>
                  </a:cubicBezTo>
                  <a:cubicBezTo>
                    <a:pt x="9256" y="4984"/>
                    <a:pt x="9274" y="4966"/>
                    <a:pt x="9274" y="494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7" name="Google Shape;477;p1"/>
            <p:cNvSpPr/>
            <p:nvPr/>
          </p:nvSpPr>
          <p:spPr>
            <a:xfrm>
              <a:off x="6723000" y="2775240"/>
              <a:ext cx="37800" cy="55800"/>
            </a:xfrm>
            <a:custGeom>
              <a:rect b="b" l="l" r="r" t="t"/>
              <a:pathLst>
                <a:path extrusionOk="0" h="1771" w="1206">
                  <a:moveTo>
                    <a:pt x="1206" y="128"/>
                  </a:moveTo>
                  <a:cubicBezTo>
                    <a:pt x="1206" y="420"/>
                    <a:pt x="950" y="876"/>
                    <a:pt x="658" y="1296"/>
                  </a:cubicBezTo>
                  <a:cubicBezTo>
                    <a:pt x="548" y="1479"/>
                    <a:pt x="348" y="1771"/>
                    <a:pt x="165" y="1680"/>
                  </a:cubicBezTo>
                  <a:cubicBezTo>
                    <a:pt x="1" y="1588"/>
                    <a:pt x="129" y="1205"/>
                    <a:pt x="202" y="1077"/>
                  </a:cubicBezTo>
                  <a:cubicBezTo>
                    <a:pt x="384" y="676"/>
                    <a:pt x="640" y="310"/>
                    <a:pt x="968" y="18"/>
                  </a:cubicBezTo>
                  <a:cubicBezTo>
                    <a:pt x="1060" y="0"/>
                    <a:pt x="1151" y="55"/>
                    <a:pt x="1206" y="1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28075" lIns="91425" spcFirstLastPara="1" rIns="91425" wrap="square" tIns="28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8" name="Google Shape;478;p1"/>
            <p:cNvSpPr/>
            <p:nvPr/>
          </p:nvSpPr>
          <p:spPr>
            <a:xfrm>
              <a:off x="6742080" y="2823480"/>
              <a:ext cx="30240" cy="36360"/>
            </a:xfrm>
            <a:custGeom>
              <a:rect b="b" l="l" r="r" t="t"/>
              <a:pathLst>
                <a:path extrusionOk="0" h="1151" w="968">
                  <a:moveTo>
                    <a:pt x="493" y="37"/>
                  </a:moveTo>
                  <a:cubicBezTo>
                    <a:pt x="968" y="165"/>
                    <a:pt x="493" y="1150"/>
                    <a:pt x="146" y="931"/>
                  </a:cubicBezTo>
                  <a:cubicBezTo>
                    <a:pt x="0" y="822"/>
                    <a:pt x="55" y="274"/>
                    <a:pt x="237" y="92"/>
                  </a:cubicBezTo>
                  <a:cubicBezTo>
                    <a:pt x="311" y="19"/>
                    <a:pt x="402" y="0"/>
                    <a:pt x="493" y="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8350" lIns="91425" spcFirstLastPara="1" rIns="91425" wrap="square" tIns="18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9" name="Google Shape;479;p1"/>
            <p:cNvSpPr/>
            <p:nvPr/>
          </p:nvSpPr>
          <p:spPr>
            <a:xfrm>
              <a:off x="6694560" y="2896560"/>
              <a:ext cx="19440" cy="36360"/>
            </a:xfrm>
            <a:custGeom>
              <a:rect b="b" l="l" r="r" t="t"/>
              <a:pathLst>
                <a:path extrusionOk="0" h="1151" w="621">
                  <a:moveTo>
                    <a:pt x="384" y="37"/>
                  </a:moveTo>
                  <a:cubicBezTo>
                    <a:pt x="566" y="73"/>
                    <a:pt x="621" y="329"/>
                    <a:pt x="566" y="566"/>
                  </a:cubicBezTo>
                  <a:cubicBezTo>
                    <a:pt x="548" y="767"/>
                    <a:pt x="384" y="1150"/>
                    <a:pt x="183" y="1041"/>
                  </a:cubicBezTo>
                  <a:cubicBezTo>
                    <a:pt x="55" y="931"/>
                    <a:pt x="0" y="749"/>
                    <a:pt x="37" y="585"/>
                  </a:cubicBezTo>
                  <a:cubicBezTo>
                    <a:pt x="73" y="329"/>
                    <a:pt x="165" y="0"/>
                    <a:pt x="384" y="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18350" lIns="91425" spcFirstLastPara="1" rIns="91425" wrap="square" tIns="18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0" name="Google Shape;480;p1"/>
            <p:cNvSpPr/>
            <p:nvPr/>
          </p:nvSpPr>
          <p:spPr>
            <a:xfrm>
              <a:off x="6749640" y="2230200"/>
              <a:ext cx="734760" cy="884880"/>
            </a:xfrm>
            <a:custGeom>
              <a:rect b="b" l="l" r="r" t="t"/>
              <a:pathLst>
                <a:path extrusionOk="0" h="27876" w="23148">
                  <a:moveTo>
                    <a:pt x="7485" y="3962"/>
                  </a:moveTo>
                  <a:cubicBezTo>
                    <a:pt x="7631" y="3597"/>
                    <a:pt x="7887" y="3012"/>
                    <a:pt x="8161" y="2465"/>
                  </a:cubicBezTo>
                  <a:cubicBezTo>
                    <a:pt x="8690" y="1315"/>
                    <a:pt x="9146" y="0"/>
                    <a:pt x="10096" y="0"/>
                  </a:cubicBezTo>
                  <a:cubicBezTo>
                    <a:pt x="10570" y="0"/>
                    <a:pt x="11173" y="219"/>
                    <a:pt x="11757" y="457"/>
                  </a:cubicBezTo>
                  <a:cubicBezTo>
                    <a:pt x="12359" y="676"/>
                    <a:pt x="12907" y="986"/>
                    <a:pt x="13454" y="1260"/>
                  </a:cubicBezTo>
                  <a:cubicBezTo>
                    <a:pt x="15828" y="2392"/>
                    <a:pt x="17544" y="3469"/>
                    <a:pt x="20008" y="4564"/>
                  </a:cubicBezTo>
                  <a:cubicBezTo>
                    <a:pt x="20556" y="4801"/>
                    <a:pt x="21103" y="5093"/>
                    <a:pt x="21633" y="5386"/>
                  </a:cubicBezTo>
                  <a:cubicBezTo>
                    <a:pt x="22381" y="5787"/>
                    <a:pt x="23148" y="6134"/>
                    <a:pt x="23148" y="6846"/>
                  </a:cubicBezTo>
                  <a:cubicBezTo>
                    <a:pt x="23148" y="7175"/>
                    <a:pt x="22874" y="7631"/>
                    <a:pt x="22692" y="8106"/>
                  </a:cubicBezTo>
                  <a:cubicBezTo>
                    <a:pt x="22509" y="8580"/>
                    <a:pt x="22272" y="9000"/>
                    <a:pt x="22089" y="9383"/>
                  </a:cubicBezTo>
                  <a:cubicBezTo>
                    <a:pt x="21651" y="10296"/>
                    <a:pt x="21249" y="11136"/>
                    <a:pt x="20866" y="11921"/>
                  </a:cubicBezTo>
                  <a:cubicBezTo>
                    <a:pt x="19990" y="13783"/>
                    <a:pt x="19314" y="15426"/>
                    <a:pt x="18529" y="17197"/>
                  </a:cubicBezTo>
                  <a:cubicBezTo>
                    <a:pt x="17781" y="18894"/>
                    <a:pt x="17087" y="20720"/>
                    <a:pt x="16248" y="22491"/>
                  </a:cubicBezTo>
                  <a:cubicBezTo>
                    <a:pt x="15536" y="24006"/>
                    <a:pt x="14805" y="26178"/>
                    <a:pt x="13747" y="27127"/>
                  </a:cubicBezTo>
                  <a:cubicBezTo>
                    <a:pt x="12907" y="27876"/>
                    <a:pt x="11793" y="27474"/>
                    <a:pt x="10479" y="26963"/>
                  </a:cubicBezTo>
                  <a:cubicBezTo>
                    <a:pt x="7923" y="25941"/>
                    <a:pt x="5714" y="24663"/>
                    <a:pt x="3341" y="23549"/>
                  </a:cubicBezTo>
                  <a:cubicBezTo>
                    <a:pt x="2775" y="23276"/>
                    <a:pt x="2118" y="23002"/>
                    <a:pt x="1534" y="22691"/>
                  </a:cubicBezTo>
                  <a:cubicBezTo>
                    <a:pt x="858" y="22363"/>
                    <a:pt x="201" y="21979"/>
                    <a:pt x="110" y="21541"/>
                  </a:cubicBezTo>
                  <a:cubicBezTo>
                    <a:pt x="0" y="21103"/>
                    <a:pt x="384" y="20227"/>
                    <a:pt x="712" y="19460"/>
                  </a:cubicBezTo>
                  <a:cubicBezTo>
                    <a:pt x="1041" y="18712"/>
                    <a:pt x="1406" y="17945"/>
                    <a:pt x="1716" y="17288"/>
                  </a:cubicBezTo>
                  <a:cubicBezTo>
                    <a:pt x="3725" y="12980"/>
                    <a:pt x="5550" y="8361"/>
                    <a:pt x="7467" y="3998"/>
                  </a:cubicBezTo>
                  <a:cubicBezTo>
                    <a:pt x="7467" y="3998"/>
                    <a:pt x="7485" y="3980"/>
                    <a:pt x="7485" y="39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1" name="Google Shape;481;p1"/>
            <p:cNvSpPr/>
            <p:nvPr/>
          </p:nvSpPr>
          <p:spPr>
            <a:xfrm>
              <a:off x="7053480" y="2279160"/>
              <a:ext cx="84240" cy="79560"/>
            </a:xfrm>
            <a:custGeom>
              <a:rect b="b" l="l" r="r" t="t"/>
              <a:pathLst>
                <a:path extrusionOk="0" h="2520" w="2666">
                  <a:moveTo>
                    <a:pt x="749" y="1297"/>
                  </a:moveTo>
                  <a:cubicBezTo>
                    <a:pt x="968" y="1133"/>
                    <a:pt x="1205" y="877"/>
                    <a:pt x="1461" y="658"/>
                  </a:cubicBezTo>
                  <a:cubicBezTo>
                    <a:pt x="1698" y="457"/>
                    <a:pt x="1972" y="147"/>
                    <a:pt x="2264" y="74"/>
                  </a:cubicBezTo>
                  <a:cubicBezTo>
                    <a:pt x="2410" y="19"/>
                    <a:pt x="2574" y="110"/>
                    <a:pt x="2629" y="256"/>
                  </a:cubicBezTo>
                  <a:cubicBezTo>
                    <a:pt x="2665" y="585"/>
                    <a:pt x="1972" y="1187"/>
                    <a:pt x="1826" y="1370"/>
                  </a:cubicBezTo>
                  <a:cubicBezTo>
                    <a:pt x="1552" y="1717"/>
                    <a:pt x="1260" y="2045"/>
                    <a:pt x="931" y="2337"/>
                  </a:cubicBezTo>
                  <a:cubicBezTo>
                    <a:pt x="785" y="2447"/>
                    <a:pt x="621" y="2502"/>
                    <a:pt x="457" y="2520"/>
                  </a:cubicBezTo>
                  <a:cubicBezTo>
                    <a:pt x="0" y="2465"/>
                    <a:pt x="0" y="1498"/>
                    <a:pt x="0" y="950"/>
                  </a:cubicBezTo>
                  <a:cubicBezTo>
                    <a:pt x="0" y="640"/>
                    <a:pt x="37" y="19"/>
                    <a:pt x="329" y="1"/>
                  </a:cubicBezTo>
                  <a:cubicBezTo>
                    <a:pt x="749" y="1"/>
                    <a:pt x="712" y="877"/>
                    <a:pt x="749" y="129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9950" lIns="91425" spcFirstLastPara="1" rIns="91425" wrap="square" tIns="39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2" name="Google Shape;482;p1"/>
            <p:cNvSpPr/>
            <p:nvPr/>
          </p:nvSpPr>
          <p:spPr>
            <a:xfrm>
              <a:off x="6942240" y="2509200"/>
              <a:ext cx="84240" cy="79560"/>
            </a:xfrm>
            <a:custGeom>
              <a:rect b="b" l="l" r="r" t="t"/>
              <a:pathLst>
                <a:path extrusionOk="0" h="2520" w="2666">
                  <a:moveTo>
                    <a:pt x="749" y="1278"/>
                  </a:moveTo>
                  <a:cubicBezTo>
                    <a:pt x="968" y="1114"/>
                    <a:pt x="1205" y="876"/>
                    <a:pt x="1461" y="639"/>
                  </a:cubicBezTo>
                  <a:cubicBezTo>
                    <a:pt x="1698" y="456"/>
                    <a:pt x="1972" y="146"/>
                    <a:pt x="2264" y="55"/>
                  </a:cubicBezTo>
                  <a:cubicBezTo>
                    <a:pt x="2410" y="18"/>
                    <a:pt x="2574" y="110"/>
                    <a:pt x="2611" y="256"/>
                  </a:cubicBezTo>
                  <a:cubicBezTo>
                    <a:pt x="2665" y="566"/>
                    <a:pt x="1972" y="1187"/>
                    <a:pt x="1826" y="1351"/>
                  </a:cubicBezTo>
                  <a:cubicBezTo>
                    <a:pt x="1552" y="1716"/>
                    <a:pt x="1260" y="2026"/>
                    <a:pt x="931" y="2318"/>
                  </a:cubicBezTo>
                  <a:cubicBezTo>
                    <a:pt x="785" y="2428"/>
                    <a:pt x="621" y="2501"/>
                    <a:pt x="457" y="2519"/>
                  </a:cubicBezTo>
                  <a:cubicBezTo>
                    <a:pt x="0" y="2464"/>
                    <a:pt x="0" y="1497"/>
                    <a:pt x="0" y="949"/>
                  </a:cubicBezTo>
                  <a:cubicBezTo>
                    <a:pt x="0" y="639"/>
                    <a:pt x="37" y="18"/>
                    <a:pt x="329" y="0"/>
                  </a:cubicBezTo>
                  <a:cubicBezTo>
                    <a:pt x="749" y="0"/>
                    <a:pt x="712" y="876"/>
                    <a:pt x="749" y="127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9950" lIns="91425" spcFirstLastPara="1" rIns="91425" wrap="square" tIns="39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3" name="Google Shape;483;p1"/>
            <p:cNvSpPr/>
            <p:nvPr/>
          </p:nvSpPr>
          <p:spPr>
            <a:xfrm>
              <a:off x="6983280" y="2400840"/>
              <a:ext cx="91800" cy="76680"/>
            </a:xfrm>
            <a:custGeom>
              <a:rect b="b" l="l" r="r" t="t"/>
              <a:pathLst>
                <a:path extrusionOk="0" h="2429" w="2903">
                  <a:moveTo>
                    <a:pt x="621" y="1406"/>
                  </a:moveTo>
                  <a:cubicBezTo>
                    <a:pt x="895" y="1223"/>
                    <a:pt x="1187" y="931"/>
                    <a:pt x="1534" y="676"/>
                  </a:cubicBezTo>
                  <a:cubicBezTo>
                    <a:pt x="1881" y="420"/>
                    <a:pt x="2209" y="128"/>
                    <a:pt x="2574" y="19"/>
                  </a:cubicBezTo>
                  <a:cubicBezTo>
                    <a:pt x="2702" y="0"/>
                    <a:pt x="2830" y="92"/>
                    <a:pt x="2866" y="219"/>
                  </a:cubicBezTo>
                  <a:cubicBezTo>
                    <a:pt x="2903" y="457"/>
                    <a:pt x="2465" y="785"/>
                    <a:pt x="2373" y="877"/>
                  </a:cubicBezTo>
                  <a:cubicBezTo>
                    <a:pt x="1990" y="1242"/>
                    <a:pt x="1570" y="1570"/>
                    <a:pt x="1150" y="1899"/>
                  </a:cubicBezTo>
                  <a:cubicBezTo>
                    <a:pt x="877" y="2100"/>
                    <a:pt x="365" y="2428"/>
                    <a:pt x="128" y="2008"/>
                  </a:cubicBezTo>
                  <a:cubicBezTo>
                    <a:pt x="0" y="1789"/>
                    <a:pt x="37" y="1260"/>
                    <a:pt x="73" y="895"/>
                  </a:cubicBezTo>
                  <a:cubicBezTo>
                    <a:pt x="110" y="548"/>
                    <a:pt x="219" y="219"/>
                    <a:pt x="457" y="292"/>
                  </a:cubicBezTo>
                  <a:cubicBezTo>
                    <a:pt x="712" y="365"/>
                    <a:pt x="603" y="1041"/>
                    <a:pt x="621" y="140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8500" lIns="91425" spcFirstLastPara="1" rIns="91425" wrap="square" tIns="3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4" name="Google Shape;484;p1"/>
            <p:cNvSpPr/>
            <p:nvPr/>
          </p:nvSpPr>
          <p:spPr>
            <a:xfrm>
              <a:off x="6832440" y="2730600"/>
              <a:ext cx="91440" cy="76680"/>
            </a:xfrm>
            <a:custGeom>
              <a:rect b="b" l="l" r="r" t="t"/>
              <a:pathLst>
                <a:path extrusionOk="0" h="2429" w="2886">
                  <a:moveTo>
                    <a:pt x="603" y="1406"/>
                  </a:moveTo>
                  <a:cubicBezTo>
                    <a:pt x="877" y="1224"/>
                    <a:pt x="1188" y="913"/>
                    <a:pt x="1516" y="676"/>
                  </a:cubicBezTo>
                  <a:cubicBezTo>
                    <a:pt x="1863" y="420"/>
                    <a:pt x="2192" y="110"/>
                    <a:pt x="2557" y="19"/>
                  </a:cubicBezTo>
                  <a:cubicBezTo>
                    <a:pt x="2684" y="0"/>
                    <a:pt x="2812" y="73"/>
                    <a:pt x="2867" y="220"/>
                  </a:cubicBezTo>
                  <a:cubicBezTo>
                    <a:pt x="2885" y="457"/>
                    <a:pt x="2465" y="785"/>
                    <a:pt x="2374" y="858"/>
                  </a:cubicBezTo>
                  <a:cubicBezTo>
                    <a:pt x="1973" y="1224"/>
                    <a:pt x="1571" y="1570"/>
                    <a:pt x="1133" y="1899"/>
                  </a:cubicBezTo>
                  <a:cubicBezTo>
                    <a:pt x="859" y="2100"/>
                    <a:pt x="366" y="2428"/>
                    <a:pt x="129" y="2009"/>
                  </a:cubicBezTo>
                  <a:cubicBezTo>
                    <a:pt x="1" y="1771"/>
                    <a:pt x="19" y="1260"/>
                    <a:pt x="74" y="895"/>
                  </a:cubicBezTo>
                  <a:cubicBezTo>
                    <a:pt x="110" y="548"/>
                    <a:pt x="202" y="220"/>
                    <a:pt x="457" y="293"/>
                  </a:cubicBezTo>
                  <a:cubicBezTo>
                    <a:pt x="713" y="384"/>
                    <a:pt x="603" y="1041"/>
                    <a:pt x="603" y="140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8500" lIns="91425" spcFirstLastPara="1" rIns="91425" wrap="square" tIns="38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5" name="Google Shape;485;p1"/>
            <p:cNvSpPr/>
            <p:nvPr/>
          </p:nvSpPr>
          <p:spPr>
            <a:xfrm>
              <a:off x="6874200" y="2632320"/>
              <a:ext cx="80280" cy="75600"/>
            </a:xfrm>
            <a:custGeom>
              <a:rect b="b" l="l" r="r" t="t"/>
              <a:pathLst>
                <a:path extrusionOk="0" h="2392" w="2538">
                  <a:moveTo>
                    <a:pt x="1716" y="0"/>
                  </a:moveTo>
                  <a:cubicBezTo>
                    <a:pt x="1534" y="0"/>
                    <a:pt x="1406" y="256"/>
                    <a:pt x="1278" y="511"/>
                  </a:cubicBezTo>
                  <a:lnTo>
                    <a:pt x="1223" y="621"/>
                  </a:lnTo>
                  <a:cubicBezTo>
                    <a:pt x="1187" y="676"/>
                    <a:pt x="1150" y="749"/>
                    <a:pt x="1114" y="822"/>
                  </a:cubicBezTo>
                  <a:lnTo>
                    <a:pt x="1041" y="785"/>
                  </a:lnTo>
                  <a:lnTo>
                    <a:pt x="895" y="730"/>
                  </a:lnTo>
                  <a:cubicBezTo>
                    <a:pt x="712" y="657"/>
                    <a:pt x="530" y="603"/>
                    <a:pt x="329" y="584"/>
                  </a:cubicBezTo>
                  <a:cubicBezTo>
                    <a:pt x="128" y="584"/>
                    <a:pt x="73" y="676"/>
                    <a:pt x="55" y="749"/>
                  </a:cubicBezTo>
                  <a:cubicBezTo>
                    <a:pt x="0" y="986"/>
                    <a:pt x="365" y="1205"/>
                    <a:pt x="840" y="1406"/>
                  </a:cubicBezTo>
                  <a:cubicBezTo>
                    <a:pt x="822" y="1461"/>
                    <a:pt x="804" y="1497"/>
                    <a:pt x="785" y="1552"/>
                  </a:cubicBezTo>
                  <a:cubicBezTo>
                    <a:pt x="658" y="1826"/>
                    <a:pt x="548" y="2118"/>
                    <a:pt x="621" y="2282"/>
                  </a:cubicBezTo>
                  <a:cubicBezTo>
                    <a:pt x="639" y="2337"/>
                    <a:pt x="694" y="2373"/>
                    <a:pt x="767" y="2392"/>
                  </a:cubicBezTo>
                  <a:lnTo>
                    <a:pt x="804" y="2392"/>
                  </a:lnTo>
                  <a:cubicBezTo>
                    <a:pt x="1023" y="2392"/>
                    <a:pt x="1242" y="2045"/>
                    <a:pt x="1461" y="1625"/>
                  </a:cubicBezTo>
                  <a:cubicBezTo>
                    <a:pt x="1607" y="1661"/>
                    <a:pt x="1753" y="1698"/>
                    <a:pt x="1881" y="1734"/>
                  </a:cubicBezTo>
                  <a:cubicBezTo>
                    <a:pt x="1972" y="1771"/>
                    <a:pt x="2081" y="1789"/>
                    <a:pt x="2191" y="1807"/>
                  </a:cubicBezTo>
                  <a:cubicBezTo>
                    <a:pt x="2392" y="1807"/>
                    <a:pt x="2465" y="1716"/>
                    <a:pt x="2501" y="1643"/>
                  </a:cubicBezTo>
                  <a:cubicBezTo>
                    <a:pt x="2538" y="1424"/>
                    <a:pt x="2246" y="1296"/>
                    <a:pt x="1972" y="1168"/>
                  </a:cubicBezTo>
                  <a:lnTo>
                    <a:pt x="1862" y="1132"/>
                  </a:lnTo>
                  <a:cubicBezTo>
                    <a:pt x="1808" y="1095"/>
                    <a:pt x="1753" y="1077"/>
                    <a:pt x="1698" y="1041"/>
                  </a:cubicBezTo>
                  <a:cubicBezTo>
                    <a:pt x="1753" y="895"/>
                    <a:pt x="1808" y="749"/>
                    <a:pt x="1844" y="621"/>
                  </a:cubicBezTo>
                  <a:cubicBezTo>
                    <a:pt x="1899" y="493"/>
                    <a:pt x="2027" y="91"/>
                    <a:pt x="17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800" lIns="91425" spcFirstLastPara="1" rIns="91425" wrap="square" tIns="37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6" name="Google Shape;486;p1"/>
            <p:cNvSpPr/>
            <p:nvPr/>
          </p:nvSpPr>
          <p:spPr>
            <a:xfrm>
              <a:off x="7126920" y="2324160"/>
              <a:ext cx="312120" cy="185760"/>
            </a:xfrm>
            <a:custGeom>
              <a:rect b="b" l="l" r="r" t="t"/>
              <a:pathLst>
                <a:path extrusionOk="0" h="5861" w="9841">
                  <a:moveTo>
                    <a:pt x="475" y="1"/>
                  </a:moveTo>
                  <a:lnTo>
                    <a:pt x="1" y="986"/>
                  </a:lnTo>
                  <a:cubicBezTo>
                    <a:pt x="201" y="1096"/>
                    <a:pt x="402" y="1187"/>
                    <a:pt x="585" y="1279"/>
                  </a:cubicBezTo>
                  <a:cubicBezTo>
                    <a:pt x="3195" y="2556"/>
                    <a:pt x="5696" y="4017"/>
                    <a:pt x="8215" y="5313"/>
                  </a:cubicBezTo>
                  <a:cubicBezTo>
                    <a:pt x="8544" y="5477"/>
                    <a:pt x="8946" y="5714"/>
                    <a:pt x="9274" y="5861"/>
                  </a:cubicBezTo>
                  <a:cubicBezTo>
                    <a:pt x="9438" y="5550"/>
                    <a:pt x="9621" y="5240"/>
                    <a:pt x="9767" y="4893"/>
                  </a:cubicBezTo>
                  <a:cubicBezTo>
                    <a:pt x="9804" y="4856"/>
                    <a:pt x="9822" y="4802"/>
                    <a:pt x="9840" y="4747"/>
                  </a:cubicBezTo>
                  <a:cubicBezTo>
                    <a:pt x="9493" y="4546"/>
                    <a:pt x="9128" y="4364"/>
                    <a:pt x="8781" y="4199"/>
                  </a:cubicBezTo>
                  <a:cubicBezTo>
                    <a:pt x="7193" y="3341"/>
                    <a:pt x="5787" y="2593"/>
                    <a:pt x="4163" y="1790"/>
                  </a:cubicBezTo>
                  <a:cubicBezTo>
                    <a:pt x="3177" y="1297"/>
                    <a:pt x="2155" y="840"/>
                    <a:pt x="1096" y="311"/>
                  </a:cubicBezTo>
                  <a:lnTo>
                    <a:pt x="4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7" name="Google Shape;487;p1"/>
            <p:cNvSpPr/>
            <p:nvPr/>
          </p:nvSpPr>
          <p:spPr>
            <a:xfrm>
              <a:off x="7089480" y="2400120"/>
              <a:ext cx="310320" cy="183960"/>
            </a:xfrm>
            <a:custGeom>
              <a:rect b="b" l="l" r="r" t="t"/>
              <a:pathLst>
                <a:path extrusionOk="0" h="5806" w="9786">
                  <a:moveTo>
                    <a:pt x="494" y="0"/>
                  </a:moveTo>
                  <a:lnTo>
                    <a:pt x="1" y="986"/>
                  </a:lnTo>
                  <a:lnTo>
                    <a:pt x="220" y="1095"/>
                  </a:lnTo>
                  <a:cubicBezTo>
                    <a:pt x="2812" y="2373"/>
                    <a:pt x="5313" y="3815"/>
                    <a:pt x="7832" y="5130"/>
                  </a:cubicBezTo>
                  <a:cubicBezTo>
                    <a:pt x="8325" y="5385"/>
                    <a:pt x="8982" y="5787"/>
                    <a:pt x="9293" y="5805"/>
                  </a:cubicBezTo>
                  <a:cubicBezTo>
                    <a:pt x="9457" y="5458"/>
                    <a:pt x="9621" y="5093"/>
                    <a:pt x="9786" y="4728"/>
                  </a:cubicBezTo>
                  <a:cubicBezTo>
                    <a:pt x="9366" y="4454"/>
                    <a:pt x="8873" y="4235"/>
                    <a:pt x="8417" y="3998"/>
                  </a:cubicBezTo>
                  <a:cubicBezTo>
                    <a:pt x="6828" y="3158"/>
                    <a:pt x="5404" y="2410"/>
                    <a:pt x="3780" y="1588"/>
                  </a:cubicBezTo>
                  <a:cubicBezTo>
                    <a:pt x="2794" y="1114"/>
                    <a:pt x="1790" y="639"/>
                    <a:pt x="713" y="110"/>
                  </a:cubicBezTo>
                  <a:lnTo>
                    <a:pt x="4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8" name="Google Shape;488;p1"/>
            <p:cNvSpPr/>
            <p:nvPr/>
          </p:nvSpPr>
          <p:spPr>
            <a:xfrm>
              <a:off x="7052760" y="2474280"/>
              <a:ext cx="311040" cy="183960"/>
            </a:xfrm>
            <a:custGeom>
              <a:rect b="b" l="l" r="r" t="t"/>
              <a:pathLst>
                <a:path extrusionOk="0" h="5806" w="9804">
                  <a:moveTo>
                    <a:pt x="494" y="1"/>
                  </a:moveTo>
                  <a:lnTo>
                    <a:pt x="1" y="968"/>
                  </a:lnTo>
                  <a:cubicBezTo>
                    <a:pt x="293" y="1114"/>
                    <a:pt x="567" y="1260"/>
                    <a:pt x="822" y="1388"/>
                  </a:cubicBezTo>
                  <a:cubicBezTo>
                    <a:pt x="3415" y="2648"/>
                    <a:pt x="5934" y="4108"/>
                    <a:pt x="8435" y="5404"/>
                  </a:cubicBezTo>
                  <a:cubicBezTo>
                    <a:pt x="8672" y="5532"/>
                    <a:pt x="8909" y="5678"/>
                    <a:pt x="9165" y="5806"/>
                  </a:cubicBezTo>
                  <a:cubicBezTo>
                    <a:pt x="9384" y="5441"/>
                    <a:pt x="9585" y="5057"/>
                    <a:pt x="9804" y="4692"/>
                  </a:cubicBezTo>
                  <a:cubicBezTo>
                    <a:pt x="9530" y="4546"/>
                    <a:pt x="9274" y="4418"/>
                    <a:pt x="9019" y="4291"/>
                  </a:cubicBezTo>
                  <a:cubicBezTo>
                    <a:pt x="7431" y="3451"/>
                    <a:pt x="6007" y="2684"/>
                    <a:pt x="4382" y="1881"/>
                  </a:cubicBezTo>
                  <a:cubicBezTo>
                    <a:pt x="3396" y="1406"/>
                    <a:pt x="2374" y="932"/>
                    <a:pt x="1315" y="402"/>
                  </a:cubicBezTo>
                  <a:cubicBezTo>
                    <a:pt x="1060" y="275"/>
                    <a:pt x="804" y="147"/>
                    <a:pt x="4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9" name="Google Shape;489;p1"/>
            <p:cNvSpPr/>
            <p:nvPr/>
          </p:nvSpPr>
          <p:spPr>
            <a:xfrm>
              <a:off x="7015680" y="2549880"/>
              <a:ext cx="305280" cy="181080"/>
            </a:xfrm>
            <a:custGeom>
              <a:rect b="b" l="l" r="r" t="t"/>
              <a:pathLst>
                <a:path extrusionOk="0" h="5715" w="9621">
                  <a:moveTo>
                    <a:pt x="493" y="1"/>
                  </a:moveTo>
                  <a:lnTo>
                    <a:pt x="1" y="1005"/>
                  </a:lnTo>
                  <a:lnTo>
                    <a:pt x="420" y="1224"/>
                  </a:lnTo>
                  <a:cubicBezTo>
                    <a:pt x="3031" y="2484"/>
                    <a:pt x="5532" y="3944"/>
                    <a:pt x="8051" y="5240"/>
                  </a:cubicBezTo>
                  <a:cubicBezTo>
                    <a:pt x="8325" y="5386"/>
                    <a:pt x="8653" y="5587"/>
                    <a:pt x="8946" y="5715"/>
                  </a:cubicBezTo>
                  <a:lnTo>
                    <a:pt x="9621" y="4638"/>
                  </a:lnTo>
                  <a:cubicBezTo>
                    <a:pt x="9292" y="4455"/>
                    <a:pt x="8946" y="4291"/>
                    <a:pt x="8617" y="4127"/>
                  </a:cubicBezTo>
                  <a:cubicBezTo>
                    <a:pt x="7047" y="3269"/>
                    <a:pt x="5623" y="2520"/>
                    <a:pt x="3998" y="1717"/>
                  </a:cubicBezTo>
                  <a:cubicBezTo>
                    <a:pt x="3013" y="1224"/>
                    <a:pt x="1990" y="768"/>
                    <a:pt x="932" y="238"/>
                  </a:cubicBezTo>
                  <a:lnTo>
                    <a:pt x="4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0700" lIns="91425" spcFirstLastPara="1" rIns="91425" wrap="square" tIns="90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0" name="Google Shape;490;p1"/>
            <p:cNvSpPr/>
            <p:nvPr/>
          </p:nvSpPr>
          <p:spPr>
            <a:xfrm>
              <a:off x="6982560" y="2618280"/>
              <a:ext cx="308520" cy="183960"/>
            </a:xfrm>
            <a:custGeom>
              <a:rect b="b" l="l" r="r" t="t"/>
              <a:pathLst>
                <a:path extrusionOk="0" h="5807" w="9730">
                  <a:moveTo>
                    <a:pt x="475" y="1"/>
                  </a:moveTo>
                  <a:lnTo>
                    <a:pt x="0" y="987"/>
                  </a:lnTo>
                  <a:lnTo>
                    <a:pt x="475" y="1224"/>
                  </a:lnTo>
                  <a:cubicBezTo>
                    <a:pt x="3067" y="2502"/>
                    <a:pt x="5586" y="3944"/>
                    <a:pt x="8087" y="5258"/>
                  </a:cubicBezTo>
                  <a:cubicBezTo>
                    <a:pt x="8434" y="5423"/>
                    <a:pt x="8835" y="5660"/>
                    <a:pt x="9146" y="5806"/>
                  </a:cubicBezTo>
                  <a:cubicBezTo>
                    <a:pt x="9328" y="5477"/>
                    <a:pt x="9511" y="5167"/>
                    <a:pt x="9657" y="4839"/>
                  </a:cubicBezTo>
                  <a:cubicBezTo>
                    <a:pt x="9693" y="4784"/>
                    <a:pt x="9712" y="4729"/>
                    <a:pt x="9730" y="4674"/>
                  </a:cubicBezTo>
                  <a:cubicBezTo>
                    <a:pt x="9383" y="4492"/>
                    <a:pt x="9018" y="4309"/>
                    <a:pt x="8671" y="4127"/>
                  </a:cubicBezTo>
                  <a:cubicBezTo>
                    <a:pt x="7083" y="3287"/>
                    <a:pt x="5659" y="2538"/>
                    <a:pt x="4034" y="1717"/>
                  </a:cubicBezTo>
                  <a:cubicBezTo>
                    <a:pt x="3049" y="1242"/>
                    <a:pt x="2045" y="768"/>
                    <a:pt x="986" y="238"/>
                  </a:cubicBezTo>
                  <a:lnTo>
                    <a:pt x="4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1" name="Google Shape;491;p1"/>
            <p:cNvSpPr/>
            <p:nvPr/>
          </p:nvSpPr>
          <p:spPr>
            <a:xfrm>
              <a:off x="6945120" y="2694240"/>
              <a:ext cx="307080" cy="182160"/>
            </a:xfrm>
            <a:custGeom>
              <a:rect b="b" l="l" r="r" t="t"/>
              <a:pathLst>
                <a:path extrusionOk="0" h="5751" w="9676">
                  <a:moveTo>
                    <a:pt x="493" y="0"/>
                  </a:moveTo>
                  <a:lnTo>
                    <a:pt x="0" y="986"/>
                  </a:lnTo>
                  <a:lnTo>
                    <a:pt x="92" y="1041"/>
                  </a:lnTo>
                  <a:cubicBezTo>
                    <a:pt x="2702" y="2301"/>
                    <a:pt x="5221" y="3761"/>
                    <a:pt x="7722" y="5057"/>
                  </a:cubicBezTo>
                  <a:cubicBezTo>
                    <a:pt x="8215" y="5313"/>
                    <a:pt x="8872" y="5714"/>
                    <a:pt x="9183" y="5751"/>
                  </a:cubicBezTo>
                  <a:cubicBezTo>
                    <a:pt x="9347" y="5386"/>
                    <a:pt x="9511" y="5039"/>
                    <a:pt x="9676" y="4674"/>
                  </a:cubicBezTo>
                  <a:cubicBezTo>
                    <a:pt x="9256" y="4400"/>
                    <a:pt x="8763" y="4181"/>
                    <a:pt x="8307" y="3943"/>
                  </a:cubicBezTo>
                  <a:cubicBezTo>
                    <a:pt x="6718" y="3085"/>
                    <a:pt x="5294" y="2337"/>
                    <a:pt x="3670" y="1534"/>
                  </a:cubicBezTo>
                  <a:cubicBezTo>
                    <a:pt x="2684" y="1041"/>
                    <a:pt x="1662" y="585"/>
                    <a:pt x="603" y="55"/>
                  </a:cubicBezTo>
                  <a:lnTo>
                    <a:pt x="4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075" lIns="91425" spcFirstLastPara="1" rIns="91425" wrap="square" tIns="91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2" name="Google Shape;492;p1"/>
            <p:cNvSpPr/>
            <p:nvPr/>
          </p:nvSpPr>
          <p:spPr>
            <a:xfrm>
              <a:off x="6909120" y="2767680"/>
              <a:ext cx="307080" cy="182160"/>
            </a:xfrm>
            <a:custGeom>
              <a:rect b="b" l="l" r="r" t="t"/>
              <a:pathLst>
                <a:path extrusionOk="0" h="5752" w="9676">
                  <a:moveTo>
                    <a:pt x="475" y="1"/>
                  </a:moveTo>
                  <a:lnTo>
                    <a:pt x="1" y="987"/>
                  </a:lnTo>
                  <a:cubicBezTo>
                    <a:pt x="238" y="1114"/>
                    <a:pt x="475" y="1224"/>
                    <a:pt x="694" y="1333"/>
                  </a:cubicBezTo>
                  <a:cubicBezTo>
                    <a:pt x="3287" y="2611"/>
                    <a:pt x="5787" y="4072"/>
                    <a:pt x="8307" y="5368"/>
                  </a:cubicBezTo>
                  <a:cubicBezTo>
                    <a:pt x="8544" y="5477"/>
                    <a:pt x="8800" y="5623"/>
                    <a:pt x="9037" y="5751"/>
                  </a:cubicBezTo>
                  <a:cubicBezTo>
                    <a:pt x="9256" y="5386"/>
                    <a:pt x="9475" y="5021"/>
                    <a:pt x="9676" y="4638"/>
                  </a:cubicBezTo>
                  <a:cubicBezTo>
                    <a:pt x="9420" y="4510"/>
                    <a:pt x="9146" y="4382"/>
                    <a:pt x="8891" y="4254"/>
                  </a:cubicBezTo>
                  <a:cubicBezTo>
                    <a:pt x="7303" y="3396"/>
                    <a:pt x="5879" y="2648"/>
                    <a:pt x="4254" y="1845"/>
                  </a:cubicBezTo>
                  <a:cubicBezTo>
                    <a:pt x="3268" y="1352"/>
                    <a:pt x="2264" y="895"/>
                    <a:pt x="1187" y="366"/>
                  </a:cubicBezTo>
                  <a:cubicBezTo>
                    <a:pt x="968" y="238"/>
                    <a:pt x="731" y="129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075" lIns="91425" spcFirstLastPara="1" rIns="91425" wrap="square" tIns="91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3" name="Google Shape;493;p1"/>
            <p:cNvSpPr/>
            <p:nvPr/>
          </p:nvSpPr>
          <p:spPr>
            <a:xfrm>
              <a:off x="6871320" y="2843640"/>
              <a:ext cx="301680" cy="179280"/>
            </a:xfrm>
            <a:custGeom>
              <a:rect b="b" l="l" r="r" t="t"/>
              <a:pathLst>
                <a:path extrusionOk="0" h="5660" w="9511">
                  <a:moveTo>
                    <a:pt x="493" y="0"/>
                  </a:moveTo>
                  <a:lnTo>
                    <a:pt x="0" y="1004"/>
                  </a:lnTo>
                  <a:lnTo>
                    <a:pt x="310" y="1150"/>
                  </a:lnTo>
                  <a:cubicBezTo>
                    <a:pt x="2921" y="2428"/>
                    <a:pt x="5422" y="3870"/>
                    <a:pt x="7941" y="5185"/>
                  </a:cubicBezTo>
                  <a:cubicBezTo>
                    <a:pt x="8215" y="5331"/>
                    <a:pt x="8543" y="5513"/>
                    <a:pt x="8836" y="5659"/>
                  </a:cubicBezTo>
                  <a:lnTo>
                    <a:pt x="9511" y="4564"/>
                  </a:lnTo>
                  <a:cubicBezTo>
                    <a:pt x="9182" y="4400"/>
                    <a:pt x="8836" y="4235"/>
                    <a:pt x="8507" y="4053"/>
                  </a:cubicBezTo>
                  <a:cubicBezTo>
                    <a:pt x="6919" y="3213"/>
                    <a:pt x="5513" y="2465"/>
                    <a:pt x="3888" y="1661"/>
                  </a:cubicBezTo>
                  <a:cubicBezTo>
                    <a:pt x="2903" y="1169"/>
                    <a:pt x="1880" y="712"/>
                    <a:pt x="822" y="164"/>
                  </a:cubicBezTo>
                  <a:lnTo>
                    <a:pt x="4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9625" lIns="91425" spcFirstLastPara="1" rIns="91425" wrap="square" tIns="89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4" name="Google Shape;494;p1"/>
            <p:cNvSpPr/>
            <p:nvPr/>
          </p:nvSpPr>
          <p:spPr>
            <a:xfrm>
              <a:off x="6702480" y="3065760"/>
              <a:ext cx="36360" cy="65160"/>
            </a:xfrm>
            <a:custGeom>
              <a:rect b="b" l="l" r="r" t="t"/>
              <a:pathLst>
                <a:path extrusionOk="0" h="2064" w="1151">
                  <a:moveTo>
                    <a:pt x="1" y="1"/>
                  </a:moveTo>
                  <a:lnTo>
                    <a:pt x="256" y="1005"/>
                  </a:lnTo>
                  <a:cubicBezTo>
                    <a:pt x="329" y="1297"/>
                    <a:pt x="402" y="1589"/>
                    <a:pt x="457" y="1826"/>
                  </a:cubicBezTo>
                  <a:cubicBezTo>
                    <a:pt x="494" y="1899"/>
                    <a:pt x="512" y="2027"/>
                    <a:pt x="603" y="2064"/>
                  </a:cubicBezTo>
                  <a:lnTo>
                    <a:pt x="622" y="2064"/>
                  </a:lnTo>
                  <a:cubicBezTo>
                    <a:pt x="822" y="1461"/>
                    <a:pt x="950" y="804"/>
                    <a:pt x="11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2750" lIns="91425" spcFirstLastPara="1" rIns="91425" wrap="square" tIns="32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5" name="Google Shape;495;p1"/>
            <p:cNvSpPr/>
            <p:nvPr/>
          </p:nvSpPr>
          <p:spPr>
            <a:xfrm>
              <a:off x="6684840" y="2975400"/>
              <a:ext cx="70920" cy="90720"/>
            </a:xfrm>
            <a:custGeom>
              <a:rect b="b" l="l" r="r" t="t"/>
              <a:pathLst>
                <a:path extrusionOk="0" h="2867" w="2247">
                  <a:moveTo>
                    <a:pt x="1114" y="0"/>
                  </a:moveTo>
                  <a:cubicBezTo>
                    <a:pt x="968" y="0"/>
                    <a:pt x="804" y="0"/>
                    <a:pt x="658" y="18"/>
                  </a:cubicBezTo>
                  <a:cubicBezTo>
                    <a:pt x="494" y="18"/>
                    <a:pt x="330" y="55"/>
                    <a:pt x="183" y="110"/>
                  </a:cubicBezTo>
                  <a:cubicBezTo>
                    <a:pt x="74" y="256"/>
                    <a:pt x="1" y="438"/>
                    <a:pt x="1" y="639"/>
                  </a:cubicBezTo>
                  <a:cubicBezTo>
                    <a:pt x="37" y="822"/>
                    <a:pt x="92" y="1004"/>
                    <a:pt x="147" y="1168"/>
                  </a:cubicBezTo>
                  <a:cubicBezTo>
                    <a:pt x="293" y="1734"/>
                    <a:pt x="439" y="2300"/>
                    <a:pt x="585" y="2866"/>
                  </a:cubicBezTo>
                  <a:lnTo>
                    <a:pt x="1717" y="2848"/>
                  </a:lnTo>
                  <a:cubicBezTo>
                    <a:pt x="1717" y="2830"/>
                    <a:pt x="1735" y="2793"/>
                    <a:pt x="1735" y="2757"/>
                  </a:cubicBezTo>
                  <a:cubicBezTo>
                    <a:pt x="1863" y="2264"/>
                    <a:pt x="2009" y="1753"/>
                    <a:pt x="2137" y="1241"/>
                  </a:cubicBezTo>
                  <a:cubicBezTo>
                    <a:pt x="2192" y="1059"/>
                    <a:pt x="2228" y="895"/>
                    <a:pt x="2246" y="712"/>
                  </a:cubicBezTo>
                  <a:cubicBezTo>
                    <a:pt x="2173" y="511"/>
                    <a:pt x="2045" y="310"/>
                    <a:pt x="1918" y="146"/>
                  </a:cubicBezTo>
                  <a:cubicBezTo>
                    <a:pt x="1772" y="18"/>
                    <a:pt x="1352" y="0"/>
                    <a:pt x="11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350" lIns="91425" spcFirstLastPara="1" rIns="91425" wrap="square" tIns="45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6" name="Google Shape;496;p1"/>
            <p:cNvSpPr/>
            <p:nvPr/>
          </p:nvSpPr>
          <p:spPr>
            <a:xfrm>
              <a:off x="6684120" y="2539800"/>
              <a:ext cx="82080" cy="458280"/>
            </a:xfrm>
            <a:custGeom>
              <a:rect b="b" l="l" r="r" t="t"/>
              <a:pathLst>
                <a:path extrusionOk="0" h="14441" w="2593">
                  <a:moveTo>
                    <a:pt x="1863" y="14002"/>
                  </a:moveTo>
                  <a:cubicBezTo>
                    <a:pt x="1735" y="14130"/>
                    <a:pt x="1607" y="14239"/>
                    <a:pt x="1461" y="14331"/>
                  </a:cubicBezTo>
                  <a:cubicBezTo>
                    <a:pt x="1352" y="14203"/>
                    <a:pt x="1242" y="14057"/>
                    <a:pt x="1151" y="13911"/>
                  </a:cubicBezTo>
                  <a:cubicBezTo>
                    <a:pt x="1023" y="13966"/>
                    <a:pt x="950" y="14203"/>
                    <a:pt x="767" y="14294"/>
                  </a:cubicBezTo>
                  <a:cubicBezTo>
                    <a:pt x="658" y="14166"/>
                    <a:pt x="548" y="14057"/>
                    <a:pt x="439" y="13929"/>
                  </a:cubicBezTo>
                  <a:cubicBezTo>
                    <a:pt x="274" y="14039"/>
                    <a:pt x="238" y="14294"/>
                    <a:pt x="55" y="14349"/>
                  </a:cubicBezTo>
                  <a:cubicBezTo>
                    <a:pt x="1" y="14057"/>
                    <a:pt x="1" y="13747"/>
                    <a:pt x="37" y="13455"/>
                  </a:cubicBezTo>
                  <a:cubicBezTo>
                    <a:pt x="165" y="9000"/>
                    <a:pt x="238" y="4473"/>
                    <a:pt x="384" y="1"/>
                  </a:cubicBezTo>
                  <a:cubicBezTo>
                    <a:pt x="1132" y="1"/>
                    <a:pt x="1844" y="19"/>
                    <a:pt x="2556" y="55"/>
                  </a:cubicBezTo>
                  <a:cubicBezTo>
                    <a:pt x="2593" y="183"/>
                    <a:pt x="2593" y="329"/>
                    <a:pt x="2575" y="475"/>
                  </a:cubicBezTo>
                  <a:cubicBezTo>
                    <a:pt x="2465" y="4747"/>
                    <a:pt x="2392" y="9146"/>
                    <a:pt x="2283" y="13455"/>
                  </a:cubicBezTo>
                  <a:cubicBezTo>
                    <a:pt x="2283" y="13783"/>
                    <a:pt x="2283" y="14112"/>
                    <a:pt x="2246" y="14422"/>
                  </a:cubicBezTo>
                  <a:cubicBezTo>
                    <a:pt x="2082" y="14440"/>
                    <a:pt x="1990" y="14130"/>
                    <a:pt x="1863" y="1400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7" name="Google Shape;497;p1"/>
            <p:cNvSpPr/>
            <p:nvPr/>
          </p:nvSpPr>
          <p:spPr>
            <a:xfrm>
              <a:off x="6696720" y="2491920"/>
              <a:ext cx="70920" cy="54720"/>
            </a:xfrm>
            <a:custGeom>
              <a:rect b="b" l="l" r="r" t="t"/>
              <a:pathLst>
                <a:path extrusionOk="0" h="1735" w="2246">
                  <a:moveTo>
                    <a:pt x="2173" y="1607"/>
                  </a:moveTo>
                  <a:cubicBezTo>
                    <a:pt x="1369" y="1735"/>
                    <a:pt x="730" y="1570"/>
                    <a:pt x="19" y="1534"/>
                  </a:cubicBezTo>
                  <a:cubicBezTo>
                    <a:pt x="0" y="1096"/>
                    <a:pt x="219" y="694"/>
                    <a:pt x="584" y="457"/>
                  </a:cubicBezTo>
                  <a:cubicBezTo>
                    <a:pt x="1388" y="0"/>
                    <a:pt x="2246" y="658"/>
                    <a:pt x="2173" y="160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27350" lIns="91425" spcFirstLastPara="1" rIns="91425" wrap="square" tIns="27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8" name="Google Shape;498;p1"/>
            <p:cNvSpPr/>
            <p:nvPr/>
          </p:nvSpPr>
          <p:spPr>
            <a:xfrm>
              <a:off x="6688080" y="2539440"/>
              <a:ext cx="83880" cy="70560"/>
            </a:xfrm>
            <a:custGeom>
              <a:rect b="b" l="l" r="r" t="t"/>
              <a:pathLst>
                <a:path extrusionOk="0" h="2228" w="2648">
                  <a:moveTo>
                    <a:pt x="183" y="2191"/>
                  </a:moveTo>
                  <a:cubicBezTo>
                    <a:pt x="201" y="1990"/>
                    <a:pt x="165" y="1808"/>
                    <a:pt x="73" y="1643"/>
                  </a:cubicBezTo>
                  <a:cubicBezTo>
                    <a:pt x="73" y="1552"/>
                    <a:pt x="146" y="1479"/>
                    <a:pt x="183" y="1388"/>
                  </a:cubicBezTo>
                  <a:cubicBezTo>
                    <a:pt x="0" y="1169"/>
                    <a:pt x="201" y="1004"/>
                    <a:pt x="201" y="840"/>
                  </a:cubicBezTo>
                  <a:cubicBezTo>
                    <a:pt x="201" y="767"/>
                    <a:pt x="146" y="694"/>
                    <a:pt x="146" y="639"/>
                  </a:cubicBezTo>
                  <a:cubicBezTo>
                    <a:pt x="146" y="511"/>
                    <a:pt x="220" y="457"/>
                    <a:pt x="238" y="329"/>
                  </a:cubicBezTo>
                  <a:cubicBezTo>
                    <a:pt x="256" y="219"/>
                    <a:pt x="183" y="146"/>
                    <a:pt x="238" y="55"/>
                  </a:cubicBezTo>
                  <a:cubicBezTo>
                    <a:pt x="603" y="0"/>
                    <a:pt x="986" y="0"/>
                    <a:pt x="1370" y="55"/>
                  </a:cubicBezTo>
                  <a:cubicBezTo>
                    <a:pt x="1735" y="55"/>
                    <a:pt x="2100" y="73"/>
                    <a:pt x="2483" y="110"/>
                  </a:cubicBezTo>
                  <a:cubicBezTo>
                    <a:pt x="2647" y="329"/>
                    <a:pt x="2501" y="566"/>
                    <a:pt x="2501" y="767"/>
                  </a:cubicBezTo>
                  <a:cubicBezTo>
                    <a:pt x="2501" y="895"/>
                    <a:pt x="2556" y="1004"/>
                    <a:pt x="2556" y="1132"/>
                  </a:cubicBezTo>
                  <a:cubicBezTo>
                    <a:pt x="2556" y="1315"/>
                    <a:pt x="2392" y="1479"/>
                    <a:pt x="2556" y="1771"/>
                  </a:cubicBezTo>
                  <a:cubicBezTo>
                    <a:pt x="2520" y="1917"/>
                    <a:pt x="2374" y="2008"/>
                    <a:pt x="2410" y="2191"/>
                  </a:cubicBezTo>
                  <a:cubicBezTo>
                    <a:pt x="2392" y="2209"/>
                    <a:pt x="2374" y="2227"/>
                    <a:pt x="2374" y="2209"/>
                  </a:cubicBezTo>
                  <a:cubicBezTo>
                    <a:pt x="1643" y="2209"/>
                    <a:pt x="895" y="2227"/>
                    <a:pt x="183" y="21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5275" lIns="91425" spcFirstLastPara="1" rIns="91425" wrap="square" tIns="35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9" name="Google Shape;499;p1"/>
            <p:cNvSpPr/>
            <p:nvPr/>
          </p:nvSpPr>
          <p:spPr>
            <a:xfrm>
              <a:off x="7128360" y="3237840"/>
              <a:ext cx="138240" cy="147240"/>
            </a:xfrm>
            <a:custGeom>
              <a:rect b="b" l="l" r="r" t="t"/>
              <a:pathLst>
                <a:path extrusionOk="0" h="4643" w="4360">
                  <a:moveTo>
                    <a:pt x="3275" y="0"/>
                  </a:moveTo>
                  <a:cubicBezTo>
                    <a:pt x="3119" y="0"/>
                    <a:pt x="2971" y="73"/>
                    <a:pt x="2880" y="209"/>
                  </a:cubicBezTo>
                  <a:lnTo>
                    <a:pt x="1146" y="2765"/>
                  </a:lnTo>
                  <a:cubicBezTo>
                    <a:pt x="1128" y="2802"/>
                    <a:pt x="1110" y="2820"/>
                    <a:pt x="1091" y="2856"/>
                  </a:cubicBezTo>
                  <a:lnTo>
                    <a:pt x="562" y="2510"/>
                  </a:lnTo>
                  <a:cubicBezTo>
                    <a:pt x="506" y="2464"/>
                    <a:pt x="448" y="2445"/>
                    <a:pt x="394" y="2445"/>
                  </a:cubicBezTo>
                  <a:cubicBezTo>
                    <a:pt x="167" y="2445"/>
                    <a:pt x="1" y="2786"/>
                    <a:pt x="252" y="2948"/>
                  </a:cubicBezTo>
                  <a:lnTo>
                    <a:pt x="252" y="2929"/>
                  </a:lnTo>
                  <a:lnTo>
                    <a:pt x="2680" y="4591"/>
                  </a:lnTo>
                  <a:cubicBezTo>
                    <a:pt x="2732" y="4627"/>
                    <a:pt x="2785" y="4642"/>
                    <a:pt x="2835" y="4642"/>
                  </a:cubicBezTo>
                  <a:cubicBezTo>
                    <a:pt x="3063" y="4642"/>
                    <a:pt x="3230" y="4317"/>
                    <a:pt x="2990" y="4153"/>
                  </a:cubicBezTo>
                  <a:lnTo>
                    <a:pt x="2406" y="3751"/>
                  </a:lnTo>
                  <a:cubicBezTo>
                    <a:pt x="2442" y="3714"/>
                    <a:pt x="2460" y="3696"/>
                    <a:pt x="2479" y="3660"/>
                  </a:cubicBezTo>
                  <a:lnTo>
                    <a:pt x="4213" y="1122"/>
                  </a:lnTo>
                  <a:cubicBezTo>
                    <a:pt x="4359" y="903"/>
                    <a:pt x="4304" y="593"/>
                    <a:pt x="4085" y="429"/>
                  </a:cubicBezTo>
                  <a:lnTo>
                    <a:pt x="3556" y="82"/>
                  </a:lnTo>
                  <a:cubicBezTo>
                    <a:pt x="3466" y="27"/>
                    <a:pt x="3369" y="0"/>
                    <a:pt x="32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3800" lIns="91425" spcFirstLastPara="1" rIns="91425" wrap="square" tIns="7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0" name="Google Shape;500;p1"/>
            <p:cNvSpPr/>
            <p:nvPr/>
          </p:nvSpPr>
          <p:spPr>
            <a:xfrm>
              <a:off x="7164360" y="3189960"/>
              <a:ext cx="167760" cy="115920"/>
            </a:xfrm>
            <a:custGeom>
              <a:rect b="b" l="l" r="r" t="t"/>
              <a:pathLst>
                <a:path extrusionOk="0" h="3666" w="5293">
                  <a:moveTo>
                    <a:pt x="571" y="1"/>
                  </a:moveTo>
                  <a:cubicBezTo>
                    <a:pt x="161" y="1"/>
                    <a:pt x="1" y="556"/>
                    <a:pt x="390" y="751"/>
                  </a:cubicBezTo>
                  <a:lnTo>
                    <a:pt x="2453" y="2157"/>
                  </a:lnTo>
                  <a:lnTo>
                    <a:pt x="4534" y="3562"/>
                  </a:lnTo>
                  <a:cubicBezTo>
                    <a:pt x="4615" y="3634"/>
                    <a:pt x="4705" y="3665"/>
                    <a:pt x="4792" y="3665"/>
                  </a:cubicBezTo>
                  <a:cubicBezTo>
                    <a:pt x="5057" y="3665"/>
                    <a:pt x="5293" y="3376"/>
                    <a:pt x="5155" y="3088"/>
                  </a:cubicBezTo>
                  <a:cubicBezTo>
                    <a:pt x="4443" y="1390"/>
                    <a:pt x="4133" y="897"/>
                    <a:pt x="3585" y="514"/>
                  </a:cubicBezTo>
                  <a:cubicBezTo>
                    <a:pt x="3019" y="130"/>
                    <a:pt x="2453" y="21"/>
                    <a:pt x="610" y="2"/>
                  </a:cubicBezTo>
                  <a:cubicBezTo>
                    <a:pt x="596" y="1"/>
                    <a:pt x="583" y="1"/>
                    <a:pt x="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1" name="Google Shape;501;p1"/>
            <p:cNvSpPr/>
            <p:nvPr/>
          </p:nvSpPr>
          <p:spPr>
            <a:xfrm>
              <a:off x="7520760" y="2718720"/>
              <a:ext cx="103320" cy="104760"/>
            </a:xfrm>
            <a:custGeom>
              <a:rect b="b" l="l" r="r" t="t"/>
              <a:pathLst>
                <a:path extrusionOk="0" h="3312" w="3269">
                  <a:moveTo>
                    <a:pt x="1651" y="1"/>
                  </a:moveTo>
                  <a:cubicBezTo>
                    <a:pt x="1499" y="1"/>
                    <a:pt x="1351" y="74"/>
                    <a:pt x="1260" y="210"/>
                  </a:cubicBezTo>
                  <a:lnTo>
                    <a:pt x="165" y="1835"/>
                  </a:lnTo>
                  <a:cubicBezTo>
                    <a:pt x="1" y="2054"/>
                    <a:pt x="56" y="2346"/>
                    <a:pt x="293" y="2492"/>
                  </a:cubicBezTo>
                  <a:lnTo>
                    <a:pt x="1352" y="3222"/>
                  </a:lnTo>
                  <a:cubicBezTo>
                    <a:pt x="1433" y="3284"/>
                    <a:pt x="1525" y="3312"/>
                    <a:pt x="1617" y="3312"/>
                  </a:cubicBezTo>
                  <a:cubicBezTo>
                    <a:pt x="1771" y="3312"/>
                    <a:pt x="1924" y="3232"/>
                    <a:pt x="2027" y="3094"/>
                  </a:cubicBezTo>
                  <a:lnTo>
                    <a:pt x="3122" y="1488"/>
                  </a:lnTo>
                  <a:cubicBezTo>
                    <a:pt x="3268" y="1269"/>
                    <a:pt x="3214" y="959"/>
                    <a:pt x="2995" y="813"/>
                  </a:cubicBezTo>
                  <a:lnTo>
                    <a:pt x="1918" y="82"/>
                  </a:lnTo>
                  <a:cubicBezTo>
                    <a:pt x="1835" y="27"/>
                    <a:pt x="1742" y="1"/>
                    <a:pt x="16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52550" lIns="91425" spcFirstLastPara="1" rIns="91425" wrap="square" tIns="52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2" name="Google Shape;502;p1"/>
            <p:cNvSpPr/>
            <p:nvPr/>
          </p:nvSpPr>
          <p:spPr>
            <a:xfrm>
              <a:off x="7577640" y="2689200"/>
              <a:ext cx="57600" cy="61200"/>
            </a:xfrm>
            <a:custGeom>
              <a:rect b="b" l="l" r="r" t="t"/>
              <a:pathLst>
                <a:path extrusionOk="0" h="1942" w="1827">
                  <a:moveTo>
                    <a:pt x="1247" y="0"/>
                  </a:moveTo>
                  <a:cubicBezTo>
                    <a:pt x="1176" y="0"/>
                    <a:pt x="1103" y="24"/>
                    <a:pt x="1041" y="65"/>
                  </a:cubicBezTo>
                  <a:lnTo>
                    <a:pt x="1041" y="83"/>
                  </a:lnTo>
                  <a:lnTo>
                    <a:pt x="92" y="1014"/>
                  </a:lnTo>
                  <a:cubicBezTo>
                    <a:pt x="1" y="1160"/>
                    <a:pt x="37" y="1343"/>
                    <a:pt x="183" y="1434"/>
                  </a:cubicBezTo>
                  <a:lnTo>
                    <a:pt x="840" y="1891"/>
                  </a:lnTo>
                  <a:cubicBezTo>
                    <a:pt x="896" y="1925"/>
                    <a:pt x="956" y="1941"/>
                    <a:pt x="1015" y="1941"/>
                  </a:cubicBezTo>
                  <a:cubicBezTo>
                    <a:pt x="1111" y="1941"/>
                    <a:pt x="1204" y="1897"/>
                    <a:pt x="1260" y="1818"/>
                  </a:cubicBezTo>
                  <a:cubicBezTo>
                    <a:pt x="1260" y="1818"/>
                    <a:pt x="1790" y="613"/>
                    <a:pt x="1790" y="595"/>
                  </a:cubicBezTo>
                  <a:cubicBezTo>
                    <a:pt x="1826" y="467"/>
                    <a:pt x="1790" y="321"/>
                    <a:pt x="1680" y="248"/>
                  </a:cubicBezTo>
                  <a:lnTo>
                    <a:pt x="1406" y="47"/>
                  </a:lnTo>
                  <a:cubicBezTo>
                    <a:pt x="1358" y="15"/>
                    <a:pt x="1303" y="0"/>
                    <a:pt x="1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0600" lIns="91425" spcFirstLastPara="1" rIns="91425" wrap="square" tIns="30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3" name="Google Shape;503;p1"/>
            <p:cNvSpPr/>
            <p:nvPr/>
          </p:nvSpPr>
          <p:spPr>
            <a:xfrm>
              <a:off x="7621560" y="2542680"/>
              <a:ext cx="108720" cy="155880"/>
            </a:xfrm>
            <a:custGeom>
              <a:rect b="b" l="l" r="r" t="t"/>
              <a:pathLst>
                <a:path extrusionOk="0" h="4917" w="3429">
                  <a:moveTo>
                    <a:pt x="3355" y="1"/>
                  </a:moveTo>
                  <a:cubicBezTo>
                    <a:pt x="3349" y="1"/>
                    <a:pt x="3344" y="2"/>
                    <a:pt x="3341" y="6"/>
                  </a:cubicBezTo>
                  <a:lnTo>
                    <a:pt x="0" y="4770"/>
                  </a:lnTo>
                  <a:lnTo>
                    <a:pt x="219" y="4916"/>
                  </a:lnTo>
                  <a:lnTo>
                    <a:pt x="3414" y="61"/>
                  </a:lnTo>
                  <a:cubicBezTo>
                    <a:pt x="3429" y="31"/>
                    <a:pt x="3383" y="1"/>
                    <a:pt x="33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8100" lIns="91425" spcFirstLastPara="1" rIns="91425" wrap="square" tIns="78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4" name="Google Shape;504;p1"/>
            <p:cNvSpPr/>
            <p:nvPr/>
          </p:nvSpPr>
          <p:spPr>
            <a:xfrm>
              <a:off x="7618680" y="2687760"/>
              <a:ext cx="16560" cy="11880"/>
            </a:xfrm>
            <a:custGeom>
              <a:rect b="b" l="l" r="r" t="t"/>
              <a:pathLst>
                <a:path extrusionOk="0" h="385" w="530">
                  <a:moveTo>
                    <a:pt x="122" y="1"/>
                  </a:moveTo>
                  <a:cubicBezTo>
                    <a:pt x="84" y="1"/>
                    <a:pt x="49" y="21"/>
                    <a:pt x="37" y="56"/>
                  </a:cubicBezTo>
                  <a:cubicBezTo>
                    <a:pt x="1" y="93"/>
                    <a:pt x="1" y="166"/>
                    <a:pt x="56" y="202"/>
                  </a:cubicBezTo>
                  <a:lnTo>
                    <a:pt x="311" y="367"/>
                  </a:lnTo>
                  <a:cubicBezTo>
                    <a:pt x="334" y="379"/>
                    <a:pt x="355" y="385"/>
                    <a:pt x="376" y="385"/>
                  </a:cubicBezTo>
                  <a:cubicBezTo>
                    <a:pt x="471" y="385"/>
                    <a:pt x="529" y="263"/>
                    <a:pt x="439" y="202"/>
                  </a:cubicBezTo>
                  <a:lnTo>
                    <a:pt x="183" y="20"/>
                  </a:lnTo>
                  <a:cubicBezTo>
                    <a:pt x="164" y="7"/>
                    <a:pt x="142" y="1"/>
                    <a:pt x="122" y="1"/>
                  </a:cubicBezTo>
                  <a:close/>
                </a:path>
              </a:pathLst>
            </a:custGeom>
            <a:solidFill>
              <a:srgbClr val="334F70"/>
            </a:solidFill>
            <a:ln>
              <a:noFill/>
            </a:ln>
          </p:spPr>
          <p:txBody>
            <a:bodyPr anchorCtr="0" anchor="ctr" bIns="6100" lIns="91425" spcFirstLastPara="1" rIns="91425" wrap="square" tIns="6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5" name="Google Shape;505;p1"/>
            <p:cNvSpPr/>
            <p:nvPr/>
          </p:nvSpPr>
          <p:spPr>
            <a:xfrm>
              <a:off x="7507440" y="2795760"/>
              <a:ext cx="63000" cy="53640"/>
            </a:xfrm>
            <a:custGeom>
              <a:rect b="b" l="l" r="r" t="t"/>
              <a:pathLst>
                <a:path extrusionOk="0" h="1698" w="1991">
                  <a:moveTo>
                    <a:pt x="457" y="0"/>
                  </a:moveTo>
                  <a:lnTo>
                    <a:pt x="1" y="657"/>
                  </a:lnTo>
                  <a:lnTo>
                    <a:pt x="1534" y="1698"/>
                  </a:lnTo>
                  <a:lnTo>
                    <a:pt x="1991" y="1041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7000" lIns="91425" spcFirstLastPara="1" rIns="91425" wrap="square" tIns="27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6" name="Google Shape;506;p1"/>
            <p:cNvSpPr/>
            <p:nvPr/>
          </p:nvSpPr>
          <p:spPr>
            <a:xfrm>
              <a:off x="7499880" y="2773800"/>
              <a:ext cx="99000" cy="69120"/>
            </a:xfrm>
            <a:custGeom>
              <a:rect b="b" l="l" r="r" t="t"/>
              <a:pathLst>
                <a:path extrusionOk="0" h="2184" w="3125">
                  <a:moveTo>
                    <a:pt x="311" y="0"/>
                  </a:moveTo>
                  <a:cubicBezTo>
                    <a:pt x="225" y="0"/>
                    <a:pt x="137" y="45"/>
                    <a:pt x="92" y="124"/>
                  </a:cubicBezTo>
                  <a:cubicBezTo>
                    <a:pt x="1" y="234"/>
                    <a:pt x="37" y="398"/>
                    <a:pt x="165" y="489"/>
                  </a:cubicBezTo>
                  <a:lnTo>
                    <a:pt x="2593" y="2132"/>
                  </a:lnTo>
                  <a:cubicBezTo>
                    <a:pt x="2645" y="2168"/>
                    <a:pt x="2697" y="2184"/>
                    <a:pt x="2746" y="2184"/>
                  </a:cubicBezTo>
                  <a:cubicBezTo>
                    <a:pt x="2971" y="2184"/>
                    <a:pt x="3125" y="1859"/>
                    <a:pt x="2885" y="1694"/>
                  </a:cubicBezTo>
                  <a:lnTo>
                    <a:pt x="457" y="51"/>
                  </a:lnTo>
                  <a:cubicBezTo>
                    <a:pt x="416" y="17"/>
                    <a:pt x="364" y="0"/>
                    <a:pt x="3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34550" lIns="91425" spcFirstLastPara="1" rIns="91425" wrap="square" tIns="34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7" name="Google Shape;507;p1"/>
            <p:cNvSpPr/>
            <p:nvPr/>
          </p:nvSpPr>
          <p:spPr>
            <a:xfrm>
              <a:off x="7225560" y="2804040"/>
              <a:ext cx="349920" cy="448920"/>
            </a:xfrm>
            <a:custGeom>
              <a:rect b="b" l="l" r="r" t="t"/>
              <a:pathLst>
                <a:path extrusionOk="0" h="14141" w="11027">
                  <a:moveTo>
                    <a:pt x="8540" y="1"/>
                  </a:moveTo>
                  <a:cubicBezTo>
                    <a:pt x="8361" y="1"/>
                    <a:pt x="8183" y="89"/>
                    <a:pt x="8070" y="248"/>
                  </a:cubicBezTo>
                  <a:lnTo>
                    <a:pt x="1" y="12205"/>
                  </a:lnTo>
                  <a:lnTo>
                    <a:pt x="2776" y="14140"/>
                  </a:lnTo>
                  <a:lnTo>
                    <a:pt x="10863" y="2147"/>
                  </a:lnTo>
                  <a:cubicBezTo>
                    <a:pt x="11027" y="1873"/>
                    <a:pt x="10972" y="1526"/>
                    <a:pt x="10717" y="1362"/>
                  </a:cubicBezTo>
                  <a:lnTo>
                    <a:pt x="8855" y="102"/>
                  </a:lnTo>
                  <a:cubicBezTo>
                    <a:pt x="8758" y="33"/>
                    <a:pt x="8649" y="1"/>
                    <a:pt x="85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8" name="Google Shape;508;p1"/>
            <p:cNvSpPr/>
            <p:nvPr/>
          </p:nvSpPr>
          <p:spPr>
            <a:xfrm>
              <a:off x="7412760" y="2804040"/>
              <a:ext cx="162720" cy="169200"/>
            </a:xfrm>
            <a:custGeom>
              <a:rect b="b" l="l" r="r" t="t"/>
              <a:pathLst>
                <a:path extrusionOk="0" h="5342" w="5130">
                  <a:moveTo>
                    <a:pt x="2638" y="1"/>
                  </a:moveTo>
                  <a:cubicBezTo>
                    <a:pt x="2455" y="1"/>
                    <a:pt x="2275" y="89"/>
                    <a:pt x="2173" y="248"/>
                  </a:cubicBezTo>
                  <a:lnTo>
                    <a:pt x="0" y="3461"/>
                  </a:lnTo>
                  <a:lnTo>
                    <a:pt x="2812" y="5341"/>
                  </a:lnTo>
                  <a:lnTo>
                    <a:pt x="4966" y="2147"/>
                  </a:lnTo>
                  <a:cubicBezTo>
                    <a:pt x="5130" y="1891"/>
                    <a:pt x="5057" y="1544"/>
                    <a:pt x="4801" y="1362"/>
                  </a:cubicBezTo>
                  <a:lnTo>
                    <a:pt x="2958" y="102"/>
                  </a:lnTo>
                  <a:cubicBezTo>
                    <a:pt x="2861" y="33"/>
                    <a:pt x="2749" y="1"/>
                    <a:pt x="26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84600" lIns="91425" spcFirstLastPara="1" rIns="91425" wrap="square" tIns="84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9" name="Google Shape;509;p1"/>
            <p:cNvSpPr/>
            <p:nvPr/>
          </p:nvSpPr>
          <p:spPr>
            <a:xfrm>
              <a:off x="7517160" y="2873520"/>
              <a:ext cx="37800" cy="29160"/>
            </a:xfrm>
            <a:custGeom>
              <a:rect b="b" l="l" r="r" t="t"/>
              <a:pathLst>
                <a:path extrusionOk="0" h="929" w="1206">
                  <a:moveTo>
                    <a:pt x="171" y="1"/>
                  </a:moveTo>
                  <a:cubicBezTo>
                    <a:pt x="122" y="1"/>
                    <a:pt x="76" y="20"/>
                    <a:pt x="55" y="52"/>
                  </a:cubicBezTo>
                  <a:cubicBezTo>
                    <a:pt x="0" y="125"/>
                    <a:pt x="18" y="235"/>
                    <a:pt x="91" y="289"/>
                  </a:cubicBezTo>
                  <a:lnTo>
                    <a:pt x="1022" y="928"/>
                  </a:lnTo>
                  <a:lnTo>
                    <a:pt x="1205" y="673"/>
                  </a:lnTo>
                  <a:lnTo>
                    <a:pt x="274" y="34"/>
                  </a:lnTo>
                  <a:cubicBezTo>
                    <a:pt x="243" y="11"/>
                    <a:pt x="206" y="1"/>
                    <a:pt x="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750" lIns="91425" spcFirstLastPara="1" rIns="91425" wrap="square" tIns="14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0" name="Google Shape;510;p1"/>
            <p:cNvSpPr/>
            <p:nvPr/>
          </p:nvSpPr>
          <p:spPr>
            <a:xfrm>
              <a:off x="7486920" y="2917440"/>
              <a:ext cx="37800" cy="29160"/>
            </a:xfrm>
            <a:custGeom>
              <a:rect b="b" l="l" r="r" t="t"/>
              <a:pathLst>
                <a:path extrusionOk="0" h="927" w="1206">
                  <a:moveTo>
                    <a:pt x="178" y="0"/>
                  </a:moveTo>
                  <a:cubicBezTo>
                    <a:pt x="127" y="0"/>
                    <a:pt x="78" y="24"/>
                    <a:pt x="56" y="69"/>
                  </a:cubicBezTo>
                  <a:cubicBezTo>
                    <a:pt x="1" y="142"/>
                    <a:pt x="19" y="233"/>
                    <a:pt x="92" y="288"/>
                  </a:cubicBezTo>
                  <a:lnTo>
                    <a:pt x="1041" y="927"/>
                  </a:lnTo>
                  <a:lnTo>
                    <a:pt x="1206" y="671"/>
                  </a:lnTo>
                  <a:lnTo>
                    <a:pt x="275" y="32"/>
                  </a:lnTo>
                  <a:cubicBezTo>
                    <a:pt x="246" y="10"/>
                    <a:pt x="211" y="0"/>
                    <a:pt x="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750" lIns="91425" spcFirstLastPara="1" rIns="91425" wrap="square" tIns="14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1" name="Google Shape;511;p1"/>
            <p:cNvSpPr/>
            <p:nvPr/>
          </p:nvSpPr>
          <p:spPr>
            <a:xfrm>
              <a:off x="7457040" y="2961000"/>
              <a:ext cx="37800" cy="29520"/>
            </a:xfrm>
            <a:custGeom>
              <a:rect b="b" l="l" r="r" t="t"/>
              <a:pathLst>
                <a:path extrusionOk="0" h="944" w="1206">
                  <a:moveTo>
                    <a:pt x="183" y="0"/>
                  </a:moveTo>
                  <a:cubicBezTo>
                    <a:pt x="130" y="0"/>
                    <a:pt x="78" y="29"/>
                    <a:pt x="55" y="86"/>
                  </a:cubicBezTo>
                  <a:cubicBezTo>
                    <a:pt x="1" y="159"/>
                    <a:pt x="19" y="250"/>
                    <a:pt x="92" y="305"/>
                  </a:cubicBezTo>
                  <a:lnTo>
                    <a:pt x="1041" y="944"/>
                  </a:lnTo>
                  <a:lnTo>
                    <a:pt x="1206" y="688"/>
                  </a:lnTo>
                  <a:lnTo>
                    <a:pt x="275" y="31"/>
                  </a:lnTo>
                  <a:cubicBezTo>
                    <a:pt x="247" y="11"/>
                    <a:pt x="215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750" lIns="91425" spcFirstLastPara="1" rIns="91425" wrap="square" tIns="14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2" name="Google Shape;512;p1"/>
            <p:cNvSpPr/>
            <p:nvPr/>
          </p:nvSpPr>
          <p:spPr>
            <a:xfrm>
              <a:off x="7426800" y="3005640"/>
              <a:ext cx="38520" cy="29520"/>
            </a:xfrm>
            <a:custGeom>
              <a:rect b="b" l="l" r="r" t="t"/>
              <a:pathLst>
                <a:path extrusionOk="0" h="945" w="1224">
                  <a:moveTo>
                    <a:pt x="183" y="0"/>
                  </a:moveTo>
                  <a:cubicBezTo>
                    <a:pt x="135" y="0"/>
                    <a:pt x="88" y="24"/>
                    <a:pt x="55" y="68"/>
                  </a:cubicBezTo>
                  <a:cubicBezTo>
                    <a:pt x="0" y="141"/>
                    <a:pt x="19" y="251"/>
                    <a:pt x="92" y="287"/>
                  </a:cubicBezTo>
                  <a:lnTo>
                    <a:pt x="1059" y="945"/>
                  </a:lnTo>
                  <a:lnTo>
                    <a:pt x="1224" y="689"/>
                  </a:lnTo>
                  <a:lnTo>
                    <a:pt x="274" y="32"/>
                  </a:lnTo>
                  <a:cubicBezTo>
                    <a:pt x="245" y="10"/>
                    <a:pt x="214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750" lIns="91425" spcFirstLastPara="1" rIns="91425" wrap="square" tIns="14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3" name="Google Shape;513;p1"/>
            <p:cNvSpPr/>
            <p:nvPr/>
          </p:nvSpPr>
          <p:spPr>
            <a:xfrm>
              <a:off x="7396560" y="3050280"/>
              <a:ext cx="39240" cy="29880"/>
            </a:xfrm>
            <a:custGeom>
              <a:rect b="b" l="l" r="r" t="t"/>
              <a:pathLst>
                <a:path extrusionOk="0" h="947" w="1242">
                  <a:moveTo>
                    <a:pt x="177" y="0"/>
                  </a:moveTo>
                  <a:cubicBezTo>
                    <a:pt x="131" y="0"/>
                    <a:pt x="87" y="20"/>
                    <a:pt x="55" y="52"/>
                  </a:cubicBezTo>
                  <a:cubicBezTo>
                    <a:pt x="0" y="125"/>
                    <a:pt x="18" y="234"/>
                    <a:pt x="110" y="289"/>
                  </a:cubicBezTo>
                  <a:lnTo>
                    <a:pt x="1059" y="946"/>
                  </a:lnTo>
                  <a:lnTo>
                    <a:pt x="1241" y="672"/>
                  </a:lnTo>
                  <a:lnTo>
                    <a:pt x="274" y="34"/>
                  </a:lnTo>
                  <a:cubicBezTo>
                    <a:pt x="243" y="11"/>
                    <a:pt x="210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5100" lIns="91425" spcFirstLastPara="1" rIns="91425" wrap="square" tIns="15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4" name="Google Shape;514;p1"/>
            <p:cNvSpPr/>
            <p:nvPr/>
          </p:nvSpPr>
          <p:spPr>
            <a:xfrm>
              <a:off x="7366320" y="3094200"/>
              <a:ext cx="39240" cy="29880"/>
            </a:xfrm>
            <a:custGeom>
              <a:rect b="b" l="l" r="r" t="t"/>
              <a:pathLst>
                <a:path extrusionOk="0" h="947" w="1243">
                  <a:moveTo>
                    <a:pt x="185" y="1"/>
                  </a:moveTo>
                  <a:cubicBezTo>
                    <a:pt x="138" y="1"/>
                    <a:pt x="87" y="20"/>
                    <a:pt x="56" y="52"/>
                  </a:cubicBezTo>
                  <a:cubicBezTo>
                    <a:pt x="1" y="125"/>
                    <a:pt x="19" y="235"/>
                    <a:pt x="110" y="289"/>
                  </a:cubicBezTo>
                  <a:lnTo>
                    <a:pt x="1060" y="947"/>
                  </a:lnTo>
                  <a:lnTo>
                    <a:pt x="1242" y="691"/>
                  </a:lnTo>
                  <a:lnTo>
                    <a:pt x="275" y="34"/>
                  </a:lnTo>
                  <a:cubicBezTo>
                    <a:pt x="252" y="11"/>
                    <a:pt x="219" y="1"/>
                    <a:pt x="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5100" lIns="91425" spcFirstLastPara="1" rIns="91425" wrap="square" tIns="15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5" name="Google Shape;515;p1"/>
            <p:cNvSpPr/>
            <p:nvPr/>
          </p:nvSpPr>
          <p:spPr>
            <a:xfrm>
              <a:off x="7336800" y="3138480"/>
              <a:ext cx="38520" cy="29520"/>
            </a:xfrm>
            <a:custGeom>
              <a:rect b="b" l="l" r="r" t="t"/>
              <a:pathLst>
                <a:path extrusionOk="0" h="946" w="1224">
                  <a:moveTo>
                    <a:pt x="174" y="0"/>
                  </a:moveTo>
                  <a:cubicBezTo>
                    <a:pt x="127" y="0"/>
                    <a:pt x="78" y="25"/>
                    <a:pt x="56" y="69"/>
                  </a:cubicBezTo>
                  <a:cubicBezTo>
                    <a:pt x="1" y="142"/>
                    <a:pt x="19" y="233"/>
                    <a:pt x="92" y="288"/>
                  </a:cubicBezTo>
                  <a:lnTo>
                    <a:pt x="1060" y="945"/>
                  </a:lnTo>
                  <a:lnTo>
                    <a:pt x="1224" y="689"/>
                  </a:lnTo>
                  <a:lnTo>
                    <a:pt x="256" y="32"/>
                  </a:lnTo>
                  <a:cubicBezTo>
                    <a:pt x="235" y="11"/>
                    <a:pt x="205" y="0"/>
                    <a:pt x="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4750" lIns="91425" spcFirstLastPara="1" rIns="91425" wrap="square" tIns="14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6" name="Google Shape;516;p1"/>
            <p:cNvSpPr/>
            <p:nvPr/>
          </p:nvSpPr>
          <p:spPr>
            <a:xfrm>
              <a:off x="6152040" y="2100600"/>
              <a:ext cx="238680" cy="523080"/>
            </a:xfrm>
            <a:custGeom>
              <a:rect b="b" l="l" r="r" t="t"/>
              <a:pathLst>
                <a:path extrusionOk="0" h="16485" w="7522">
                  <a:moveTo>
                    <a:pt x="6645" y="2081"/>
                  </a:moveTo>
                  <a:cubicBezTo>
                    <a:pt x="5313" y="2355"/>
                    <a:pt x="4017" y="2757"/>
                    <a:pt x="2775" y="3286"/>
                  </a:cubicBezTo>
                  <a:cubicBezTo>
                    <a:pt x="2027" y="3615"/>
                    <a:pt x="1570" y="3980"/>
                    <a:pt x="1534" y="4947"/>
                  </a:cubicBezTo>
                  <a:cubicBezTo>
                    <a:pt x="1534" y="5458"/>
                    <a:pt x="1589" y="5988"/>
                    <a:pt x="1698" y="6499"/>
                  </a:cubicBezTo>
                  <a:cubicBezTo>
                    <a:pt x="1972" y="7923"/>
                    <a:pt x="2355" y="9347"/>
                    <a:pt x="2666" y="10679"/>
                  </a:cubicBezTo>
                  <a:cubicBezTo>
                    <a:pt x="3140" y="12706"/>
                    <a:pt x="3688" y="14422"/>
                    <a:pt x="3998" y="16247"/>
                  </a:cubicBezTo>
                  <a:cubicBezTo>
                    <a:pt x="3670" y="16338"/>
                    <a:pt x="3378" y="16430"/>
                    <a:pt x="3049" y="16485"/>
                  </a:cubicBezTo>
                  <a:cubicBezTo>
                    <a:pt x="2063" y="13819"/>
                    <a:pt x="1242" y="11081"/>
                    <a:pt x="585" y="8306"/>
                  </a:cubicBezTo>
                  <a:cubicBezTo>
                    <a:pt x="366" y="7339"/>
                    <a:pt x="92" y="6335"/>
                    <a:pt x="19" y="5349"/>
                  </a:cubicBezTo>
                  <a:cubicBezTo>
                    <a:pt x="1" y="5075"/>
                    <a:pt x="1" y="4783"/>
                    <a:pt x="19" y="4509"/>
                  </a:cubicBezTo>
                  <a:cubicBezTo>
                    <a:pt x="128" y="3067"/>
                    <a:pt x="1260" y="2337"/>
                    <a:pt x="2428" y="1899"/>
                  </a:cubicBezTo>
                  <a:cubicBezTo>
                    <a:pt x="3688" y="1406"/>
                    <a:pt x="5112" y="1242"/>
                    <a:pt x="6609" y="1059"/>
                  </a:cubicBezTo>
                  <a:cubicBezTo>
                    <a:pt x="6737" y="694"/>
                    <a:pt x="6682" y="0"/>
                    <a:pt x="7065" y="37"/>
                  </a:cubicBezTo>
                  <a:cubicBezTo>
                    <a:pt x="7503" y="73"/>
                    <a:pt x="7522" y="822"/>
                    <a:pt x="7522" y="1479"/>
                  </a:cubicBezTo>
                  <a:cubicBezTo>
                    <a:pt x="7522" y="2154"/>
                    <a:pt x="7485" y="2958"/>
                    <a:pt x="7029" y="2921"/>
                  </a:cubicBezTo>
                  <a:cubicBezTo>
                    <a:pt x="6682" y="2884"/>
                    <a:pt x="6737" y="2410"/>
                    <a:pt x="6645" y="20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7" name="Google Shape;517;p1"/>
            <p:cNvSpPr/>
            <p:nvPr/>
          </p:nvSpPr>
          <p:spPr>
            <a:xfrm>
              <a:off x="6474240" y="2100600"/>
              <a:ext cx="238680" cy="523080"/>
            </a:xfrm>
            <a:custGeom>
              <a:rect b="b" l="l" r="r" t="t"/>
              <a:pathLst>
                <a:path extrusionOk="0" h="16485" w="7522">
                  <a:moveTo>
                    <a:pt x="877" y="2081"/>
                  </a:moveTo>
                  <a:cubicBezTo>
                    <a:pt x="2191" y="2355"/>
                    <a:pt x="3505" y="2757"/>
                    <a:pt x="4747" y="3286"/>
                  </a:cubicBezTo>
                  <a:cubicBezTo>
                    <a:pt x="5495" y="3615"/>
                    <a:pt x="5951" y="3980"/>
                    <a:pt x="5988" y="4947"/>
                  </a:cubicBezTo>
                  <a:cubicBezTo>
                    <a:pt x="5988" y="5458"/>
                    <a:pt x="5933" y="5988"/>
                    <a:pt x="5824" y="6499"/>
                  </a:cubicBezTo>
                  <a:cubicBezTo>
                    <a:pt x="5550" y="7923"/>
                    <a:pt x="5167" y="9347"/>
                    <a:pt x="4856" y="10679"/>
                  </a:cubicBezTo>
                  <a:cubicBezTo>
                    <a:pt x="4382" y="12706"/>
                    <a:pt x="3816" y="14422"/>
                    <a:pt x="3524" y="16247"/>
                  </a:cubicBezTo>
                  <a:cubicBezTo>
                    <a:pt x="3852" y="16338"/>
                    <a:pt x="4144" y="16430"/>
                    <a:pt x="4473" y="16485"/>
                  </a:cubicBezTo>
                  <a:cubicBezTo>
                    <a:pt x="5459" y="13819"/>
                    <a:pt x="6280" y="11081"/>
                    <a:pt x="6937" y="8306"/>
                  </a:cubicBezTo>
                  <a:cubicBezTo>
                    <a:pt x="7156" y="7339"/>
                    <a:pt x="7430" y="6335"/>
                    <a:pt x="7503" y="5349"/>
                  </a:cubicBezTo>
                  <a:cubicBezTo>
                    <a:pt x="7521" y="5075"/>
                    <a:pt x="7521" y="4783"/>
                    <a:pt x="7503" y="4509"/>
                  </a:cubicBezTo>
                  <a:cubicBezTo>
                    <a:pt x="7394" y="3067"/>
                    <a:pt x="6262" y="2337"/>
                    <a:pt x="5093" y="1899"/>
                  </a:cubicBezTo>
                  <a:cubicBezTo>
                    <a:pt x="3834" y="1406"/>
                    <a:pt x="2410" y="1242"/>
                    <a:pt x="913" y="1059"/>
                  </a:cubicBezTo>
                  <a:cubicBezTo>
                    <a:pt x="785" y="694"/>
                    <a:pt x="840" y="0"/>
                    <a:pt x="457" y="37"/>
                  </a:cubicBezTo>
                  <a:cubicBezTo>
                    <a:pt x="19" y="73"/>
                    <a:pt x="0" y="822"/>
                    <a:pt x="0" y="1479"/>
                  </a:cubicBezTo>
                  <a:cubicBezTo>
                    <a:pt x="0" y="2154"/>
                    <a:pt x="37" y="2958"/>
                    <a:pt x="493" y="2921"/>
                  </a:cubicBezTo>
                  <a:cubicBezTo>
                    <a:pt x="822" y="2884"/>
                    <a:pt x="767" y="2410"/>
                    <a:pt x="877" y="20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8" name="Google Shape;518;p1"/>
            <p:cNvSpPr/>
            <p:nvPr/>
          </p:nvSpPr>
          <p:spPr>
            <a:xfrm>
              <a:off x="6230160" y="2593440"/>
              <a:ext cx="887400" cy="643680"/>
            </a:xfrm>
            <a:custGeom>
              <a:rect b="b" l="l" r="r" t="t"/>
              <a:pathLst>
                <a:path extrusionOk="0" h="20282" w="27950">
                  <a:moveTo>
                    <a:pt x="10753" y="0"/>
                  </a:moveTo>
                  <a:cubicBezTo>
                    <a:pt x="11593" y="73"/>
                    <a:pt x="12414" y="146"/>
                    <a:pt x="13236" y="219"/>
                  </a:cubicBezTo>
                  <a:cubicBezTo>
                    <a:pt x="12761" y="3815"/>
                    <a:pt x="11155" y="6261"/>
                    <a:pt x="8015" y="7193"/>
                  </a:cubicBezTo>
                  <a:cubicBezTo>
                    <a:pt x="8344" y="8799"/>
                    <a:pt x="8617" y="10296"/>
                    <a:pt x="9165" y="11665"/>
                  </a:cubicBezTo>
                  <a:cubicBezTo>
                    <a:pt x="9676" y="12943"/>
                    <a:pt x="10352" y="14148"/>
                    <a:pt x="11191" y="15225"/>
                  </a:cubicBezTo>
                  <a:cubicBezTo>
                    <a:pt x="12013" y="16302"/>
                    <a:pt x="12889" y="17178"/>
                    <a:pt x="14203" y="17799"/>
                  </a:cubicBezTo>
                  <a:cubicBezTo>
                    <a:pt x="15481" y="18401"/>
                    <a:pt x="17307" y="18511"/>
                    <a:pt x="18913" y="17981"/>
                  </a:cubicBezTo>
                  <a:cubicBezTo>
                    <a:pt x="20282" y="17525"/>
                    <a:pt x="21286" y="16612"/>
                    <a:pt x="22071" y="15553"/>
                  </a:cubicBezTo>
                  <a:cubicBezTo>
                    <a:pt x="22875" y="14440"/>
                    <a:pt x="23276" y="13052"/>
                    <a:pt x="23495" y="11391"/>
                  </a:cubicBezTo>
                  <a:cubicBezTo>
                    <a:pt x="23605" y="10533"/>
                    <a:pt x="23660" y="9712"/>
                    <a:pt x="23842" y="8945"/>
                  </a:cubicBezTo>
                  <a:cubicBezTo>
                    <a:pt x="24371" y="6736"/>
                    <a:pt x="25266" y="4838"/>
                    <a:pt x="27767" y="4491"/>
                  </a:cubicBezTo>
                  <a:cubicBezTo>
                    <a:pt x="27803" y="4655"/>
                    <a:pt x="27840" y="4801"/>
                    <a:pt x="27876" y="4965"/>
                  </a:cubicBezTo>
                  <a:cubicBezTo>
                    <a:pt x="27913" y="5130"/>
                    <a:pt x="27949" y="5294"/>
                    <a:pt x="27949" y="5458"/>
                  </a:cubicBezTo>
                  <a:cubicBezTo>
                    <a:pt x="27913" y="5623"/>
                    <a:pt x="27639" y="5714"/>
                    <a:pt x="27511" y="5805"/>
                  </a:cubicBezTo>
                  <a:cubicBezTo>
                    <a:pt x="27384" y="5933"/>
                    <a:pt x="27238" y="6061"/>
                    <a:pt x="27091" y="6170"/>
                  </a:cubicBezTo>
                  <a:cubicBezTo>
                    <a:pt x="26124" y="7211"/>
                    <a:pt x="25576" y="8708"/>
                    <a:pt x="25302" y="10405"/>
                  </a:cubicBezTo>
                  <a:cubicBezTo>
                    <a:pt x="25156" y="11318"/>
                    <a:pt x="25120" y="12194"/>
                    <a:pt x="24956" y="13052"/>
                  </a:cubicBezTo>
                  <a:cubicBezTo>
                    <a:pt x="24773" y="13819"/>
                    <a:pt x="24518" y="14549"/>
                    <a:pt x="24171" y="15261"/>
                  </a:cubicBezTo>
                  <a:cubicBezTo>
                    <a:pt x="23550" y="16557"/>
                    <a:pt x="22619" y="17689"/>
                    <a:pt x="21451" y="18547"/>
                  </a:cubicBezTo>
                  <a:cubicBezTo>
                    <a:pt x="20191" y="19533"/>
                    <a:pt x="18658" y="20099"/>
                    <a:pt x="17069" y="20172"/>
                  </a:cubicBezTo>
                  <a:cubicBezTo>
                    <a:pt x="14642" y="20281"/>
                    <a:pt x="12250" y="19405"/>
                    <a:pt x="10479" y="17744"/>
                  </a:cubicBezTo>
                  <a:cubicBezTo>
                    <a:pt x="8873" y="16229"/>
                    <a:pt x="7668" y="14312"/>
                    <a:pt x="7029" y="12176"/>
                  </a:cubicBezTo>
                  <a:cubicBezTo>
                    <a:pt x="6518" y="10588"/>
                    <a:pt x="6153" y="8945"/>
                    <a:pt x="5952" y="7266"/>
                  </a:cubicBezTo>
                  <a:cubicBezTo>
                    <a:pt x="4419" y="6992"/>
                    <a:pt x="3031" y="6207"/>
                    <a:pt x="2027" y="5020"/>
                  </a:cubicBezTo>
                  <a:cubicBezTo>
                    <a:pt x="987" y="3870"/>
                    <a:pt x="275" y="2446"/>
                    <a:pt x="1" y="913"/>
                  </a:cubicBezTo>
                  <a:cubicBezTo>
                    <a:pt x="804" y="694"/>
                    <a:pt x="1626" y="493"/>
                    <a:pt x="2484" y="329"/>
                  </a:cubicBezTo>
                  <a:cubicBezTo>
                    <a:pt x="2885" y="1789"/>
                    <a:pt x="3469" y="3085"/>
                    <a:pt x="4437" y="4053"/>
                  </a:cubicBezTo>
                  <a:cubicBezTo>
                    <a:pt x="4912" y="4564"/>
                    <a:pt x="5532" y="4929"/>
                    <a:pt x="6208" y="5111"/>
                  </a:cubicBezTo>
                  <a:cubicBezTo>
                    <a:pt x="6974" y="5276"/>
                    <a:pt x="7796" y="5130"/>
                    <a:pt x="8453" y="4692"/>
                  </a:cubicBezTo>
                  <a:cubicBezTo>
                    <a:pt x="9786" y="3815"/>
                    <a:pt x="10479" y="2136"/>
                    <a:pt x="10698" y="91"/>
                  </a:cubicBezTo>
                  <a:cubicBezTo>
                    <a:pt x="10698" y="55"/>
                    <a:pt x="10717" y="18"/>
                    <a:pt x="107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9" name="Google Shape;519;p1"/>
            <p:cNvSpPr/>
            <p:nvPr/>
          </p:nvSpPr>
          <p:spPr>
            <a:xfrm>
              <a:off x="7046640" y="2649600"/>
              <a:ext cx="222480" cy="231480"/>
            </a:xfrm>
            <a:custGeom>
              <a:rect b="b" l="l" r="r" t="t"/>
              <a:pathLst>
                <a:path extrusionOk="0" h="7303" w="7011">
                  <a:moveTo>
                    <a:pt x="3469" y="56"/>
                  </a:moveTo>
                  <a:cubicBezTo>
                    <a:pt x="4473" y="1"/>
                    <a:pt x="5440" y="402"/>
                    <a:pt x="6097" y="1169"/>
                  </a:cubicBezTo>
                  <a:cubicBezTo>
                    <a:pt x="6681" y="1808"/>
                    <a:pt x="6992" y="2629"/>
                    <a:pt x="7010" y="3487"/>
                  </a:cubicBezTo>
                  <a:cubicBezTo>
                    <a:pt x="7010" y="4418"/>
                    <a:pt x="6627" y="5295"/>
                    <a:pt x="5933" y="5915"/>
                  </a:cubicBezTo>
                  <a:cubicBezTo>
                    <a:pt x="5312" y="6518"/>
                    <a:pt x="4546" y="6919"/>
                    <a:pt x="3706" y="7084"/>
                  </a:cubicBezTo>
                  <a:cubicBezTo>
                    <a:pt x="2264" y="7303"/>
                    <a:pt x="1077" y="6372"/>
                    <a:pt x="548" y="5349"/>
                  </a:cubicBezTo>
                  <a:cubicBezTo>
                    <a:pt x="347" y="5003"/>
                    <a:pt x="219" y="4619"/>
                    <a:pt x="164" y="4218"/>
                  </a:cubicBezTo>
                  <a:cubicBezTo>
                    <a:pt x="0" y="2319"/>
                    <a:pt x="949" y="914"/>
                    <a:pt x="2136" y="348"/>
                  </a:cubicBezTo>
                  <a:cubicBezTo>
                    <a:pt x="2556" y="183"/>
                    <a:pt x="3012" y="74"/>
                    <a:pt x="3469" y="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0" name="Google Shape;520;p1"/>
            <p:cNvSpPr/>
            <p:nvPr/>
          </p:nvSpPr>
          <p:spPr>
            <a:xfrm>
              <a:off x="7092720" y="2689560"/>
              <a:ext cx="145800" cy="134280"/>
            </a:xfrm>
            <a:custGeom>
              <a:rect b="b" l="l" r="r" t="t"/>
              <a:pathLst>
                <a:path extrusionOk="0" h="4236" w="4601">
                  <a:moveTo>
                    <a:pt x="1917" y="110"/>
                  </a:moveTo>
                  <a:cubicBezTo>
                    <a:pt x="2666" y="0"/>
                    <a:pt x="3414" y="347"/>
                    <a:pt x="3834" y="986"/>
                  </a:cubicBezTo>
                  <a:cubicBezTo>
                    <a:pt x="3925" y="1114"/>
                    <a:pt x="3998" y="1260"/>
                    <a:pt x="4071" y="1406"/>
                  </a:cubicBezTo>
                  <a:cubicBezTo>
                    <a:pt x="4601" y="2739"/>
                    <a:pt x="3725" y="4217"/>
                    <a:pt x="2282" y="4236"/>
                  </a:cubicBezTo>
                  <a:cubicBezTo>
                    <a:pt x="1169" y="4236"/>
                    <a:pt x="165" y="3505"/>
                    <a:pt x="55" y="2428"/>
                  </a:cubicBezTo>
                  <a:cubicBezTo>
                    <a:pt x="0" y="1753"/>
                    <a:pt x="256" y="1077"/>
                    <a:pt x="785" y="639"/>
                  </a:cubicBezTo>
                  <a:cubicBezTo>
                    <a:pt x="1096" y="365"/>
                    <a:pt x="1497" y="165"/>
                    <a:pt x="1917" y="11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7300" lIns="91425" spcFirstLastPara="1" rIns="91425" wrap="square" tIns="67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521" name="Google Shape;521;p1"/>
          <p:cNvGrpSpPr/>
          <p:nvPr/>
        </p:nvGrpSpPr>
        <p:grpSpPr>
          <a:xfrm>
            <a:off x="5424840" y="2655000"/>
            <a:ext cx="726480" cy="497520"/>
            <a:chOff x="5424840" y="2655000"/>
            <a:chExt cx="726480" cy="497520"/>
          </a:xfrm>
        </p:grpSpPr>
        <p:sp>
          <p:nvSpPr>
            <p:cNvPr id="522" name="Google Shape;522;p1"/>
            <p:cNvSpPr/>
            <p:nvPr/>
          </p:nvSpPr>
          <p:spPr>
            <a:xfrm>
              <a:off x="5424840" y="2655000"/>
              <a:ext cx="726480" cy="497520"/>
            </a:xfrm>
            <a:custGeom>
              <a:rect b="b" l="l" r="r" t="t"/>
              <a:pathLst>
                <a:path extrusionOk="0" h="8090" w="11815">
                  <a:moveTo>
                    <a:pt x="1" y="1"/>
                  </a:moveTo>
                  <a:lnTo>
                    <a:pt x="1" y="8090"/>
                  </a:lnTo>
                  <a:lnTo>
                    <a:pt x="11815" y="8090"/>
                  </a:lnTo>
                  <a:lnTo>
                    <a:pt x="118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3" name="Google Shape;523;p1"/>
            <p:cNvSpPr/>
            <p:nvPr/>
          </p:nvSpPr>
          <p:spPr>
            <a:xfrm>
              <a:off x="5486400" y="3108960"/>
              <a:ext cx="44280" cy="43560"/>
            </a:xfrm>
            <a:custGeom>
              <a:rect b="b" l="l" r="r" t="t"/>
              <a:pathLst>
                <a:path extrusionOk="0" h="711" w="725">
                  <a:moveTo>
                    <a:pt x="0" y="0"/>
                  </a:moveTo>
                  <a:lnTo>
                    <a:pt x="0" y="711"/>
                  </a:lnTo>
                  <a:lnTo>
                    <a:pt x="725" y="711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21950" lIns="91425" spcFirstLastPara="1" rIns="91425" wrap="square" tIns="21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4" name="Google Shape;524;p1"/>
            <p:cNvSpPr/>
            <p:nvPr/>
          </p:nvSpPr>
          <p:spPr>
            <a:xfrm>
              <a:off x="5580000" y="2983320"/>
              <a:ext cx="43560" cy="169200"/>
            </a:xfrm>
            <a:custGeom>
              <a:rect b="b" l="l" r="r" t="t"/>
              <a:pathLst>
                <a:path extrusionOk="0" h="2755" w="711">
                  <a:moveTo>
                    <a:pt x="0" y="0"/>
                  </a:moveTo>
                  <a:lnTo>
                    <a:pt x="0" y="2755"/>
                  </a:lnTo>
                  <a:lnTo>
                    <a:pt x="710" y="2755"/>
                  </a:lnTo>
                  <a:lnTo>
                    <a:pt x="7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84600" lIns="91425" spcFirstLastPara="1" rIns="91425" wrap="square" tIns="84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5" name="Google Shape;525;p1"/>
            <p:cNvSpPr/>
            <p:nvPr/>
          </p:nvSpPr>
          <p:spPr>
            <a:xfrm>
              <a:off x="5672880" y="2903760"/>
              <a:ext cx="43560" cy="248400"/>
            </a:xfrm>
            <a:custGeom>
              <a:rect b="b" l="l" r="r" t="t"/>
              <a:pathLst>
                <a:path extrusionOk="0" h="4045" w="711">
                  <a:moveTo>
                    <a:pt x="1" y="0"/>
                  </a:moveTo>
                  <a:lnTo>
                    <a:pt x="1" y="4045"/>
                  </a:lnTo>
                  <a:lnTo>
                    <a:pt x="711" y="4045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6" name="Google Shape;526;p1"/>
            <p:cNvSpPr/>
            <p:nvPr/>
          </p:nvSpPr>
          <p:spPr>
            <a:xfrm>
              <a:off x="5766480" y="2789640"/>
              <a:ext cx="43560" cy="362880"/>
            </a:xfrm>
            <a:custGeom>
              <a:rect b="b" l="l" r="r" t="t"/>
              <a:pathLst>
                <a:path extrusionOk="0" h="5901" w="711">
                  <a:moveTo>
                    <a:pt x="1" y="1"/>
                  </a:moveTo>
                  <a:lnTo>
                    <a:pt x="1" y="5901"/>
                  </a:lnTo>
                  <a:lnTo>
                    <a:pt x="711" y="5901"/>
                  </a:lnTo>
                  <a:lnTo>
                    <a:pt x="71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7" name="Google Shape;527;p1"/>
            <p:cNvSpPr/>
            <p:nvPr/>
          </p:nvSpPr>
          <p:spPr>
            <a:xfrm>
              <a:off x="5859360" y="2700360"/>
              <a:ext cx="43560" cy="451800"/>
            </a:xfrm>
            <a:custGeom>
              <a:rect b="b" l="l" r="r" t="t"/>
              <a:pathLst>
                <a:path extrusionOk="0" h="7350" w="711">
                  <a:moveTo>
                    <a:pt x="0" y="0"/>
                  </a:moveTo>
                  <a:lnTo>
                    <a:pt x="0" y="7350"/>
                  </a:lnTo>
                  <a:lnTo>
                    <a:pt x="711" y="7350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8" name="Google Shape;528;p1"/>
            <p:cNvSpPr/>
            <p:nvPr/>
          </p:nvSpPr>
          <p:spPr>
            <a:xfrm>
              <a:off x="5951880" y="3037680"/>
              <a:ext cx="44280" cy="114840"/>
            </a:xfrm>
            <a:custGeom>
              <a:rect b="b" l="l" r="r" t="t"/>
              <a:pathLst>
                <a:path extrusionOk="0" h="1871" w="726">
                  <a:moveTo>
                    <a:pt x="1" y="1"/>
                  </a:moveTo>
                  <a:lnTo>
                    <a:pt x="1" y="1871"/>
                  </a:lnTo>
                  <a:lnTo>
                    <a:pt x="726" y="1871"/>
                  </a:lnTo>
                  <a:lnTo>
                    <a:pt x="72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57600" lIns="91425" spcFirstLastPara="1" rIns="91425" wrap="square" tIns="57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9" name="Google Shape;529;p1"/>
            <p:cNvSpPr/>
            <p:nvPr/>
          </p:nvSpPr>
          <p:spPr>
            <a:xfrm>
              <a:off x="6045840" y="2890440"/>
              <a:ext cx="43560" cy="262080"/>
            </a:xfrm>
            <a:custGeom>
              <a:rect b="b" l="l" r="r" t="t"/>
              <a:pathLst>
                <a:path extrusionOk="0" h="4263" w="712">
                  <a:moveTo>
                    <a:pt x="1" y="1"/>
                  </a:moveTo>
                  <a:lnTo>
                    <a:pt x="1" y="4263"/>
                  </a:lnTo>
                  <a:lnTo>
                    <a:pt x="711" y="4263"/>
                  </a:lnTo>
                  <a:lnTo>
                    <a:pt x="7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530" name="Google Shape;530;p1"/>
          <p:cNvSpPr/>
          <p:nvPr/>
        </p:nvSpPr>
        <p:spPr>
          <a:xfrm flipH="1">
            <a:off x="5506920" y="1176840"/>
            <a:ext cx="532800" cy="497520"/>
          </a:xfrm>
          <a:custGeom>
            <a:rect b="b" l="l" r="r" t="t"/>
            <a:pathLst>
              <a:path extrusionOk="0" h="9866" w="10565">
                <a:moveTo>
                  <a:pt x="4552" y="1"/>
                </a:moveTo>
                <a:cubicBezTo>
                  <a:pt x="2229" y="1"/>
                  <a:pt x="0" y="1811"/>
                  <a:pt x="0" y="4539"/>
                </a:cubicBezTo>
                <a:cubicBezTo>
                  <a:pt x="0" y="6145"/>
                  <a:pt x="876" y="7642"/>
                  <a:pt x="2282" y="8463"/>
                </a:cubicBezTo>
                <a:cubicBezTo>
                  <a:pt x="2191" y="8902"/>
                  <a:pt x="2081" y="9358"/>
                  <a:pt x="1917" y="9778"/>
                </a:cubicBezTo>
                <a:cubicBezTo>
                  <a:pt x="1903" y="9831"/>
                  <a:pt x="1949" y="9865"/>
                  <a:pt x="1988" y="9865"/>
                </a:cubicBezTo>
                <a:cubicBezTo>
                  <a:pt x="2003" y="9865"/>
                  <a:pt x="2017" y="9861"/>
                  <a:pt x="2026" y="9851"/>
                </a:cubicBezTo>
                <a:lnTo>
                  <a:pt x="2884" y="8755"/>
                </a:lnTo>
                <a:cubicBezTo>
                  <a:pt x="3395" y="8956"/>
                  <a:pt x="3961" y="9048"/>
                  <a:pt x="4527" y="9048"/>
                </a:cubicBezTo>
                <a:cubicBezTo>
                  <a:pt x="4535" y="9048"/>
                  <a:pt x="4542" y="9048"/>
                  <a:pt x="4550" y="9048"/>
                </a:cubicBezTo>
                <a:cubicBezTo>
                  <a:pt x="8551" y="9048"/>
                  <a:pt x="10564" y="4186"/>
                  <a:pt x="7722" y="1344"/>
                </a:cubicBezTo>
                <a:cubicBezTo>
                  <a:pt x="6800" y="416"/>
                  <a:pt x="5665" y="1"/>
                  <a:pt x="455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31" name="Google Shape;531;p1"/>
          <p:cNvSpPr/>
          <p:nvPr/>
        </p:nvSpPr>
        <p:spPr>
          <a:xfrm flipH="1">
            <a:off x="5643000" y="1283040"/>
            <a:ext cx="336960" cy="285480"/>
          </a:xfrm>
          <a:custGeom>
            <a:rect b="b" l="l" r="r" t="t"/>
            <a:pathLst>
              <a:path extrusionOk="0" h="5662" w="6682">
                <a:moveTo>
                  <a:pt x="1721" y="1"/>
                </a:moveTo>
                <a:cubicBezTo>
                  <a:pt x="861" y="1"/>
                  <a:pt x="1" y="606"/>
                  <a:pt x="1" y="1700"/>
                </a:cubicBezTo>
                <a:cubicBezTo>
                  <a:pt x="1" y="3599"/>
                  <a:pt x="3341" y="5662"/>
                  <a:pt x="3341" y="5662"/>
                </a:cubicBezTo>
                <a:cubicBezTo>
                  <a:pt x="3341" y="5662"/>
                  <a:pt x="6682" y="3380"/>
                  <a:pt x="6682" y="1700"/>
                </a:cubicBezTo>
                <a:cubicBezTo>
                  <a:pt x="6682" y="769"/>
                  <a:pt x="5915" y="3"/>
                  <a:pt x="4984" y="3"/>
                </a:cubicBezTo>
                <a:cubicBezTo>
                  <a:pt x="4218" y="3"/>
                  <a:pt x="3560" y="496"/>
                  <a:pt x="3341" y="1226"/>
                </a:cubicBezTo>
                <a:cubicBezTo>
                  <a:pt x="3098" y="389"/>
                  <a:pt x="2410" y="1"/>
                  <a:pt x="172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32" name="Google Shape;532;p1"/>
          <p:cNvSpPr/>
          <p:nvPr/>
        </p:nvSpPr>
        <p:spPr>
          <a:xfrm flipH="1">
            <a:off x="5675400" y="1377360"/>
            <a:ext cx="283320" cy="104760"/>
          </a:xfrm>
          <a:custGeom>
            <a:rect b="b" l="l" r="r" t="t"/>
            <a:pathLst>
              <a:path extrusionOk="0" h="2082" w="5623">
                <a:moveTo>
                  <a:pt x="2428" y="1"/>
                </a:moveTo>
                <a:cubicBezTo>
                  <a:pt x="2410" y="1"/>
                  <a:pt x="2392" y="19"/>
                  <a:pt x="2373" y="37"/>
                </a:cubicBezTo>
                <a:lnTo>
                  <a:pt x="2081" y="1078"/>
                </a:lnTo>
                <a:lnTo>
                  <a:pt x="0" y="1078"/>
                </a:lnTo>
                <a:cubicBezTo>
                  <a:pt x="18" y="1114"/>
                  <a:pt x="55" y="1151"/>
                  <a:pt x="73" y="1187"/>
                </a:cubicBezTo>
                <a:lnTo>
                  <a:pt x="2136" y="1187"/>
                </a:lnTo>
                <a:cubicBezTo>
                  <a:pt x="2154" y="1187"/>
                  <a:pt x="2191" y="1169"/>
                  <a:pt x="2191" y="1151"/>
                </a:cubicBezTo>
                <a:lnTo>
                  <a:pt x="2428" y="293"/>
                </a:lnTo>
                <a:lnTo>
                  <a:pt x="2885" y="2027"/>
                </a:lnTo>
                <a:cubicBezTo>
                  <a:pt x="2903" y="2045"/>
                  <a:pt x="2921" y="2063"/>
                  <a:pt x="2939" y="2082"/>
                </a:cubicBezTo>
                <a:cubicBezTo>
                  <a:pt x="2976" y="2082"/>
                  <a:pt x="2994" y="2063"/>
                  <a:pt x="2994" y="2027"/>
                </a:cubicBezTo>
                <a:lnTo>
                  <a:pt x="3487" y="804"/>
                </a:lnTo>
                <a:lnTo>
                  <a:pt x="3651" y="1406"/>
                </a:lnTo>
                <a:cubicBezTo>
                  <a:pt x="3651" y="1425"/>
                  <a:pt x="3688" y="1443"/>
                  <a:pt x="3706" y="1443"/>
                </a:cubicBezTo>
                <a:lnTo>
                  <a:pt x="5532" y="1443"/>
                </a:lnTo>
                <a:cubicBezTo>
                  <a:pt x="5568" y="1406"/>
                  <a:pt x="5605" y="1370"/>
                  <a:pt x="5623" y="1315"/>
                </a:cubicBezTo>
                <a:lnTo>
                  <a:pt x="5623" y="1315"/>
                </a:lnTo>
                <a:lnTo>
                  <a:pt x="3761" y="1333"/>
                </a:lnTo>
                <a:lnTo>
                  <a:pt x="3578" y="585"/>
                </a:lnTo>
                <a:cubicBezTo>
                  <a:pt x="3578" y="567"/>
                  <a:pt x="3560" y="548"/>
                  <a:pt x="3523" y="548"/>
                </a:cubicBezTo>
                <a:cubicBezTo>
                  <a:pt x="3505" y="548"/>
                  <a:pt x="3469" y="567"/>
                  <a:pt x="3469" y="585"/>
                </a:cubicBezTo>
                <a:lnTo>
                  <a:pt x="2976" y="1826"/>
                </a:lnTo>
                <a:lnTo>
                  <a:pt x="2501" y="37"/>
                </a:lnTo>
                <a:cubicBezTo>
                  <a:pt x="2483" y="19"/>
                  <a:pt x="2465" y="1"/>
                  <a:pt x="242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52550" lIns="91425" spcFirstLastPara="1" rIns="91425" wrap="square" tIns="52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33" name="Google Shape;533;p1"/>
          <p:cNvSpPr/>
          <p:nvPr/>
        </p:nvSpPr>
        <p:spPr>
          <a:xfrm>
            <a:off x="7307280" y="873360"/>
            <a:ext cx="415080" cy="410760"/>
          </a:xfrm>
          <a:custGeom>
            <a:rect b="b" l="l" r="r" t="t"/>
            <a:pathLst>
              <a:path extrusionOk="0" h="5654" w="5712">
                <a:moveTo>
                  <a:pt x="2872" y="1323"/>
                </a:moveTo>
                <a:cubicBezTo>
                  <a:pt x="2914" y="1323"/>
                  <a:pt x="2958" y="1327"/>
                  <a:pt x="3001" y="1334"/>
                </a:cubicBezTo>
                <a:lnTo>
                  <a:pt x="3073" y="1334"/>
                </a:lnTo>
                <a:cubicBezTo>
                  <a:pt x="3110" y="1341"/>
                  <a:pt x="3121" y="1341"/>
                  <a:pt x="3131" y="1341"/>
                </a:cubicBezTo>
                <a:cubicBezTo>
                  <a:pt x="3142" y="1341"/>
                  <a:pt x="3153" y="1341"/>
                  <a:pt x="3189" y="1349"/>
                </a:cubicBezTo>
                <a:cubicBezTo>
                  <a:pt x="3247" y="1363"/>
                  <a:pt x="3291" y="1378"/>
                  <a:pt x="3349" y="1392"/>
                </a:cubicBezTo>
                <a:lnTo>
                  <a:pt x="3392" y="1407"/>
                </a:lnTo>
                <a:cubicBezTo>
                  <a:pt x="3465" y="1436"/>
                  <a:pt x="3537" y="1465"/>
                  <a:pt x="3595" y="1508"/>
                </a:cubicBezTo>
                <a:lnTo>
                  <a:pt x="3668" y="1537"/>
                </a:lnTo>
                <a:cubicBezTo>
                  <a:pt x="3682" y="1552"/>
                  <a:pt x="3697" y="1566"/>
                  <a:pt x="3726" y="1581"/>
                </a:cubicBezTo>
                <a:lnTo>
                  <a:pt x="3784" y="1624"/>
                </a:lnTo>
                <a:lnTo>
                  <a:pt x="3842" y="1668"/>
                </a:lnTo>
                <a:lnTo>
                  <a:pt x="3900" y="1711"/>
                </a:lnTo>
                <a:cubicBezTo>
                  <a:pt x="3929" y="1740"/>
                  <a:pt x="3972" y="1783"/>
                  <a:pt x="4001" y="1812"/>
                </a:cubicBezTo>
                <a:cubicBezTo>
                  <a:pt x="4016" y="1827"/>
                  <a:pt x="4030" y="1841"/>
                  <a:pt x="4045" y="1856"/>
                </a:cubicBezTo>
                <a:cubicBezTo>
                  <a:pt x="4059" y="1885"/>
                  <a:pt x="4088" y="1914"/>
                  <a:pt x="4103" y="1943"/>
                </a:cubicBezTo>
                <a:lnTo>
                  <a:pt x="4132" y="1986"/>
                </a:lnTo>
                <a:cubicBezTo>
                  <a:pt x="4161" y="2030"/>
                  <a:pt x="4190" y="2073"/>
                  <a:pt x="4219" y="2131"/>
                </a:cubicBezTo>
                <a:cubicBezTo>
                  <a:pt x="4233" y="2146"/>
                  <a:pt x="4248" y="2175"/>
                  <a:pt x="4248" y="2189"/>
                </a:cubicBezTo>
                <a:lnTo>
                  <a:pt x="4248" y="2204"/>
                </a:lnTo>
                <a:cubicBezTo>
                  <a:pt x="4262" y="2218"/>
                  <a:pt x="4277" y="2247"/>
                  <a:pt x="4277" y="2262"/>
                </a:cubicBezTo>
                <a:cubicBezTo>
                  <a:pt x="4277" y="2291"/>
                  <a:pt x="4291" y="2305"/>
                  <a:pt x="4291" y="2320"/>
                </a:cubicBezTo>
                <a:lnTo>
                  <a:pt x="4306" y="2349"/>
                </a:lnTo>
                <a:cubicBezTo>
                  <a:pt x="4320" y="2407"/>
                  <a:pt x="4335" y="2450"/>
                  <a:pt x="4349" y="2508"/>
                </a:cubicBezTo>
                <a:lnTo>
                  <a:pt x="4349" y="2552"/>
                </a:lnTo>
                <a:cubicBezTo>
                  <a:pt x="4349" y="2566"/>
                  <a:pt x="4364" y="2624"/>
                  <a:pt x="4364" y="2668"/>
                </a:cubicBezTo>
                <a:cubicBezTo>
                  <a:pt x="4364" y="2711"/>
                  <a:pt x="4364" y="2769"/>
                  <a:pt x="4364" y="2827"/>
                </a:cubicBezTo>
                <a:cubicBezTo>
                  <a:pt x="4378" y="2871"/>
                  <a:pt x="4378" y="2929"/>
                  <a:pt x="4378" y="2987"/>
                </a:cubicBezTo>
                <a:lnTo>
                  <a:pt x="4378" y="3001"/>
                </a:lnTo>
                <a:cubicBezTo>
                  <a:pt x="4378" y="3016"/>
                  <a:pt x="4378" y="3059"/>
                  <a:pt x="4364" y="3074"/>
                </a:cubicBezTo>
                <a:cubicBezTo>
                  <a:pt x="4364" y="3103"/>
                  <a:pt x="4364" y="3132"/>
                  <a:pt x="4349" y="3161"/>
                </a:cubicBezTo>
                <a:cubicBezTo>
                  <a:pt x="4349" y="3204"/>
                  <a:pt x="4335" y="3248"/>
                  <a:pt x="4320" y="3306"/>
                </a:cubicBezTo>
                <a:lnTo>
                  <a:pt x="4277" y="3393"/>
                </a:lnTo>
                <a:cubicBezTo>
                  <a:pt x="4277" y="3421"/>
                  <a:pt x="4262" y="3436"/>
                  <a:pt x="4248" y="3465"/>
                </a:cubicBezTo>
                <a:lnTo>
                  <a:pt x="4219" y="3523"/>
                </a:lnTo>
                <a:cubicBezTo>
                  <a:pt x="4190" y="3566"/>
                  <a:pt x="4175" y="3624"/>
                  <a:pt x="4132" y="3668"/>
                </a:cubicBezTo>
                <a:cubicBezTo>
                  <a:pt x="4132" y="3668"/>
                  <a:pt x="4117" y="3682"/>
                  <a:pt x="4117" y="3697"/>
                </a:cubicBezTo>
                <a:cubicBezTo>
                  <a:pt x="4103" y="3711"/>
                  <a:pt x="4103" y="3711"/>
                  <a:pt x="4103" y="3711"/>
                </a:cubicBezTo>
                <a:lnTo>
                  <a:pt x="4074" y="3755"/>
                </a:lnTo>
                <a:lnTo>
                  <a:pt x="4030" y="3813"/>
                </a:lnTo>
                <a:cubicBezTo>
                  <a:pt x="4001" y="3842"/>
                  <a:pt x="3972" y="3871"/>
                  <a:pt x="3943" y="3900"/>
                </a:cubicBezTo>
                <a:lnTo>
                  <a:pt x="3900" y="3943"/>
                </a:lnTo>
                <a:lnTo>
                  <a:pt x="3856" y="3972"/>
                </a:lnTo>
                <a:lnTo>
                  <a:pt x="3798" y="4030"/>
                </a:lnTo>
                <a:cubicBezTo>
                  <a:pt x="3755" y="4059"/>
                  <a:pt x="3697" y="4103"/>
                  <a:pt x="3639" y="4132"/>
                </a:cubicBezTo>
                <a:lnTo>
                  <a:pt x="3595" y="4161"/>
                </a:lnTo>
                <a:lnTo>
                  <a:pt x="3523" y="4190"/>
                </a:lnTo>
                <a:lnTo>
                  <a:pt x="3465" y="4219"/>
                </a:lnTo>
                <a:lnTo>
                  <a:pt x="3378" y="4262"/>
                </a:lnTo>
                <a:cubicBezTo>
                  <a:pt x="3349" y="4262"/>
                  <a:pt x="3334" y="4277"/>
                  <a:pt x="3320" y="4277"/>
                </a:cubicBezTo>
                <a:cubicBezTo>
                  <a:pt x="3276" y="4291"/>
                  <a:pt x="3233" y="4306"/>
                  <a:pt x="3189" y="4306"/>
                </a:cubicBezTo>
                <a:lnTo>
                  <a:pt x="3131" y="4320"/>
                </a:lnTo>
                <a:lnTo>
                  <a:pt x="3059" y="4335"/>
                </a:lnTo>
                <a:cubicBezTo>
                  <a:pt x="3001" y="4342"/>
                  <a:pt x="2947" y="4346"/>
                  <a:pt x="2894" y="4346"/>
                </a:cubicBezTo>
                <a:cubicBezTo>
                  <a:pt x="2842" y="4346"/>
                  <a:pt x="2791" y="4342"/>
                  <a:pt x="2740" y="4335"/>
                </a:cubicBezTo>
                <a:lnTo>
                  <a:pt x="2610" y="4335"/>
                </a:lnTo>
                <a:lnTo>
                  <a:pt x="2552" y="4320"/>
                </a:lnTo>
                <a:cubicBezTo>
                  <a:pt x="2479" y="4306"/>
                  <a:pt x="2407" y="4277"/>
                  <a:pt x="2334" y="4262"/>
                </a:cubicBezTo>
                <a:lnTo>
                  <a:pt x="2276" y="4233"/>
                </a:lnTo>
                <a:lnTo>
                  <a:pt x="2218" y="4204"/>
                </a:lnTo>
                <a:lnTo>
                  <a:pt x="2146" y="4161"/>
                </a:lnTo>
                <a:cubicBezTo>
                  <a:pt x="2102" y="4132"/>
                  <a:pt x="2059" y="4103"/>
                  <a:pt x="2030" y="4088"/>
                </a:cubicBezTo>
                <a:lnTo>
                  <a:pt x="1972" y="4045"/>
                </a:lnTo>
                <a:cubicBezTo>
                  <a:pt x="1957" y="4030"/>
                  <a:pt x="1928" y="4016"/>
                  <a:pt x="1914" y="4001"/>
                </a:cubicBezTo>
                <a:cubicBezTo>
                  <a:pt x="1899" y="3987"/>
                  <a:pt x="1870" y="3958"/>
                  <a:pt x="1856" y="3943"/>
                </a:cubicBezTo>
                <a:cubicBezTo>
                  <a:pt x="1827" y="3914"/>
                  <a:pt x="1812" y="3900"/>
                  <a:pt x="1783" y="3885"/>
                </a:cubicBezTo>
                <a:lnTo>
                  <a:pt x="1740" y="3827"/>
                </a:lnTo>
                <a:cubicBezTo>
                  <a:pt x="1682" y="3755"/>
                  <a:pt x="1624" y="3682"/>
                  <a:pt x="1580" y="3610"/>
                </a:cubicBezTo>
                <a:cubicBezTo>
                  <a:pt x="1566" y="3595"/>
                  <a:pt x="1551" y="3566"/>
                  <a:pt x="1537" y="3552"/>
                </a:cubicBezTo>
                <a:cubicBezTo>
                  <a:pt x="1537" y="3523"/>
                  <a:pt x="1522" y="3494"/>
                  <a:pt x="1508" y="3479"/>
                </a:cubicBezTo>
                <a:cubicBezTo>
                  <a:pt x="1493" y="3465"/>
                  <a:pt x="1493" y="3450"/>
                  <a:pt x="1493" y="3436"/>
                </a:cubicBezTo>
                <a:cubicBezTo>
                  <a:pt x="1479" y="3421"/>
                  <a:pt x="1479" y="3421"/>
                  <a:pt x="1479" y="3407"/>
                </a:cubicBezTo>
                <a:lnTo>
                  <a:pt x="1464" y="3364"/>
                </a:lnTo>
                <a:lnTo>
                  <a:pt x="1450" y="3320"/>
                </a:lnTo>
                <a:cubicBezTo>
                  <a:pt x="1435" y="3306"/>
                  <a:pt x="1435" y="3306"/>
                  <a:pt x="1450" y="3306"/>
                </a:cubicBezTo>
                <a:cubicBezTo>
                  <a:pt x="1450" y="3277"/>
                  <a:pt x="1435" y="3262"/>
                  <a:pt x="1421" y="3233"/>
                </a:cubicBezTo>
                <a:cubicBezTo>
                  <a:pt x="1421" y="3219"/>
                  <a:pt x="1406" y="3175"/>
                  <a:pt x="1406" y="3146"/>
                </a:cubicBezTo>
                <a:cubicBezTo>
                  <a:pt x="1392" y="3117"/>
                  <a:pt x="1406" y="3103"/>
                  <a:pt x="1392" y="3088"/>
                </a:cubicBezTo>
                <a:cubicBezTo>
                  <a:pt x="1377" y="3074"/>
                  <a:pt x="1377" y="3016"/>
                  <a:pt x="1377" y="2987"/>
                </a:cubicBezTo>
                <a:cubicBezTo>
                  <a:pt x="1363" y="2943"/>
                  <a:pt x="1377" y="2885"/>
                  <a:pt x="1377" y="2827"/>
                </a:cubicBezTo>
                <a:lnTo>
                  <a:pt x="1377" y="2668"/>
                </a:lnTo>
                <a:cubicBezTo>
                  <a:pt x="1377" y="2668"/>
                  <a:pt x="1377" y="2668"/>
                  <a:pt x="1377" y="2653"/>
                </a:cubicBezTo>
                <a:lnTo>
                  <a:pt x="1392" y="2581"/>
                </a:lnTo>
                <a:cubicBezTo>
                  <a:pt x="1392" y="2552"/>
                  <a:pt x="1392" y="2537"/>
                  <a:pt x="1406" y="2508"/>
                </a:cubicBezTo>
                <a:cubicBezTo>
                  <a:pt x="1406" y="2450"/>
                  <a:pt x="1421" y="2407"/>
                  <a:pt x="1435" y="2349"/>
                </a:cubicBezTo>
                <a:lnTo>
                  <a:pt x="1464" y="2291"/>
                </a:lnTo>
                <a:lnTo>
                  <a:pt x="1479" y="2247"/>
                </a:lnTo>
                <a:cubicBezTo>
                  <a:pt x="1479" y="2233"/>
                  <a:pt x="1493" y="2233"/>
                  <a:pt x="1493" y="2218"/>
                </a:cubicBezTo>
                <a:cubicBezTo>
                  <a:pt x="1493" y="2204"/>
                  <a:pt x="1508" y="2189"/>
                  <a:pt x="1508" y="2175"/>
                </a:cubicBezTo>
                <a:cubicBezTo>
                  <a:pt x="1522" y="2131"/>
                  <a:pt x="1551" y="2102"/>
                  <a:pt x="1580" y="2059"/>
                </a:cubicBezTo>
                <a:lnTo>
                  <a:pt x="1609" y="2015"/>
                </a:lnTo>
                <a:lnTo>
                  <a:pt x="1638" y="1957"/>
                </a:lnTo>
                <a:lnTo>
                  <a:pt x="1682" y="1899"/>
                </a:lnTo>
                <a:lnTo>
                  <a:pt x="1740" y="1841"/>
                </a:lnTo>
                <a:lnTo>
                  <a:pt x="1798" y="1783"/>
                </a:lnTo>
                <a:cubicBezTo>
                  <a:pt x="1885" y="1682"/>
                  <a:pt x="1986" y="1595"/>
                  <a:pt x="2102" y="1537"/>
                </a:cubicBezTo>
                <a:lnTo>
                  <a:pt x="2160" y="1494"/>
                </a:lnTo>
                <a:lnTo>
                  <a:pt x="2218" y="1465"/>
                </a:lnTo>
                <a:lnTo>
                  <a:pt x="2276" y="1450"/>
                </a:lnTo>
                <a:cubicBezTo>
                  <a:pt x="2305" y="1436"/>
                  <a:pt x="2349" y="1421"/>
                  <a:pt x="2378" y="1407"/>
                </a:cubicBezTo>
                <a:lnTo>
                  <a:pt x="2436" y="1392"/>
                </a:lnTo>
                <a:lnTo>
                  <a:pt x="2494" y="1363"/>
                </a:lnTo>
                <a:lnTo>
                  <a:pt x="2566" y="1349"/>
                </a:lnTo>
                <a:lnTo>
                  <a:pt x="2624" y="1349"/>
                </a:lnTo>
                <a:cubicBezTo>
                  <a:pt x="2639" y="1334"/>
                  <a:pt x="2668" y="1334"/>
                  <a:pt x="2682" y="1334"/>
                </a:cubicBezTo>
                <a:lnTo>
                  <a:pt x="2755" y="1334"/>
                </a:lnTo>
                <a:cubicBezTo>
                  <a:pt x="2791" y="1327"/>
                  <a:pt x="2831" y="1323"/>
                  <a:pt x="2872" y="1323"/>
                </a:cubicBezTo>
                <a:close/>
                <a:moveTo>
                  <a:pt x="2871" y="1"/>
                </a:moveTo>
                <a:cubicBezTo>
                  <a:pt x="2769" y="1"/>
                  <a:pt x="2668" y="1"/>
                  <a:pt x="2566" y="15"/>
                </a:cubicBezTo>
                <a:cubicBezTo>
                  <a:pt x="2407" y="30"/>
                  <a:pt x="2276" y="189"/>
                  <a:pt x="2291" y="348"/>
                </a:cubicBezTo>
                <a:lnTo>
                  <a:pt x="2291" y="377"/>
                </a:lnTo>
                <a:cubicBezTo>
                  <a:pt x="2291" y="392"/>
                  <a:pt x="2291" y="406"/>
                  <a:pt x="2291" y="421"/>
                </a:cubicBezTo>
                <a:cubicBezTo>
                  <a:pt x="2291" y="537"/>
                  <a:pt x="2218" y="653"/>
                  <a:pt x="2117" y="696"/>
                </a:cubicBezTo>
                <a:lnTo>
                  <a:pt x="2088" y="711"/>
                </a:lnTo>
                <a:lnTo>
                  <a:pt x="1986" y="740"/>
                </a:lnTo>
                <a:lnTo>
                  <a:pt x="1914" y="783"/>
                </a:lnTo>
                <a:lnTo>
                  <a:pt x="1899" y="783"/>
                </a:lnTo>
                <a:cubicBezTo>
                  <a:pt x="1860" y="801"/>
                  <a:pt x="1819" y="809"/>
                  <a:pt x="1777" y="809"/>
                </a:cubicBezTo>
                <a:cubicBezTo>
                  <a:pt x="1680" y="809"/>
                  <a:pt x="1583" y="763"/>
                  <a:pt x="1522" y="682"/>
                </a:cubicBezTo>
                <a:cubicBezTo>
                  <a:pt x="1460" y="601"/>
                  <a:pt x="1370" y="560"/>
                  <a:pt x="1276" y="560"/>
                </a:cubicBezTo>
                <a:cubicBezTo>
                  <a:pt x="1218" y="560"/>
                  <a:pt x="1158" y="576"/>
                  <a:pt x="1102" y="609"/>
                </a:cubicBezTo>
                <a:lnTo>
                  <a:pt x="1073" y="624"/>
                </a:lnTo>
                <a:cubicBezTo>
                  <a:pt x="1001" y="682"/>
                  <a:pt x="914" y="754"/>
                  <a:pt x="841" y="827"/>
                </a:cubicBezTo>
                <a:cubicBezTo>
                  <a:pt x="769" y="899"/>
                  <a:pt x="711" y="972"/>
                  <a:pt x="638" y="1059"/>
                </a:cubicBezTo>
                <a:cubicBezTo>
                  <a:pt x="580" y="1131"/>
                  <a:pt x="551" y="1247"/>
                  <a:pt x="580" y="1349"/>
                </a:cubicBezTo>
                <a:cubicBezTo>
                  <a:pt x="595" y="1363"/>
                  <a:pt x="609" y="1392"/>
                  <a:pt x="624" y="1421"/>
                </a:cubicBezTo>
                <a:cubicBezTo>
                  <a:pt x="638" y="1450"/>
                  <a:pt x="653" y="1465"/>
                  <a:pt x="667" y="1479"/>
                </a:cubicBezTo>
                <a:lnTo>
                  <a:pt x="696" y="1508"/>
                </a:lnTo>
                <a:cubicBezTo>
                  <a:pt x="812" y="1595"/>
                  <a:pt x="856" y="1740"/>
                  <a:pt x="798" y="1885"/>
                </a:cubicBezTo>
                <a:cubicBezTo>
                  <a:pt x="769" y="1943"/>
                  <a:pt x="740" y="2001"/>
                  <a:pt x="725" y="2059"/>
                </a:cubicBezTo>
                <a:cubicBezTo>
                  <a:pt x="711" y="2102"/>
                  <a:pt x="682" y="2131"/>
                  <a:pt x="653" y="2160"/>
                </a:cubicBezTo>
                <a:cubicBezTo>
                  <a:pt x="638" y="2175"/>
                  <a:pt x="624" y="2189"/>
                  <a:pt x="609" y="2204"/>
                </a:cubicBezTo>
                <a:cubicBezTo>
                  <a:pt x="595" y="2218"/>
                  <a:pt x="566" y="2233"/>
                  <a:pt x="551" y="2233"/>
                </a:cubicBezTo>
                <a:lnTo>
                  <a:pt x="493" y="2262"/>
                </a:lnTo>
                <a:lnTo>
                  <a:pt x="334" y="2262"/>
                </a:lnTo>
                <a:cubicBezTo>
                  <a:pt x="327" y="2255"/>
                  <a:pt x="319" y="2251"/>
                  <a:pt x="310" y="2251"/>
                </a:cubicBezTo>
                <a:cubicBezTo>
                  <a:pt x="301" y="2251"/>
                  <a:pt x="290" y="2255"/>
                  <a:pt x="276" y="2262"/>
                </a:cubicBezTo>
                <a:cubicBezTo>
                  <a:pt x="145" y="2276"/>
                  <a:pt x="44" y="2392"/>
                  <a:pt x="29" y="2523"/>
                </a:cubicBezTo>
                <a:cubicBezTo>
                  <a:pt x="0" y="2726"/>
                  <a:pt x="0" y="2929"/>
                  <a:pt x="29" y="3132"/>
                </a:cubicBezTo>
                <a:cubicBezTo>
                  <a:pt x="44" y="3277"/>
                  <a:pt x="145" y="3393"/>
                  <a:pt x="276" y="3407"/>
                </a:cubicBezTo>
                <a:cubicBezTo>
                  <a:pt x="298" y="3414"/>
                  <a:pt x="316" y="3418"/>
                  <a:pt x="332" y="3418"/>
                </a:cubicBezTo>
                <a:cubicBezTo>
                  <a:pt x="348" y="3418"/>
                  <a:pt x="363" y="3414"/>
                  <a:pt x="377" y="3407"/>
                </a:cubicBezTo>
                <a:lnTo>
                  <a:pt x="435" y="3407"/>
                </a:lnTo>
                <a:cubicBezTo>
                  <a:pt x="493" y="3407"/>
                  <a:pt x="551" y="3436"/>
                  <a:pt x="609" y="3465"/>
                </a:cubicBezTo>
                <a:cubicBezTo>
                  <a:pt x="624" y="3479"/>
                  <a:pt x="638" y="3479"/>
                  <a:pt x="653" y="3494"/>
                </a:cubicBezTo>
                <a:cubicBezTo>
                  <a:pt x="682" y="3523"/>
                  <a:pt x="711" y="3566"/>
                  <a:pt x="725" y="3610"/>
                </a:cubicBezTo>
                <a:cubicBezTo>
                  <a:pt x="754" y="3668"/>
                  <a:pt x="769" y="3740"/>
                  <a:pt x="798" y="3798"/>
                </a:cubicBezTo>
                <a:cubicBezTo>
                  <a:pt x="870" y="3914"/>
                  <a:pt x="841" y="4059"/>
                  <a:pt x="725" y="4161"/>
                </a:cubicBezTo>
                <a:lnTo>
                  <a:pt x="696" y="4175"/>
                </a:lnTo>
                <a:lnTo>
                  <a:pt x="667" y="4204"/>
                </a:lnTo>
                <a:cubicBezTo>
                  <a:pt x="653" y="4219"/>
                  <a:pt x="638" y="4233"/>
                  <a:pt x="624" y="4262"/>
                </a:cubicBezTo>
                <a:cubicBezTo>
                  <a:pt x="609" y="4277"/>
                  <a:pt x="595" y="4306"/>
                  <a:pt x="595" y="4335"/>
                </a:cubicBezTo>
                <a:lnTo>
                  <a:pt x="595" y="4364"/>
                </a:lnTo>
                <a:cubicBezTo>
                  <a:pt x="595" y="4378"/>
                  <a:pt x="595" y="4393"/>
                  <a:pt x="595" y="4393"/>
                </a:cubicBezTo>
                <a:cubicBezTo>
                  <a:pt x="595" y="4407"/>
                  <a:pt x="595" y="4422"/>
                  <a:pt x="595" y="4422"/>
                </a:cubicBezTo>
                <a:cubicBezTo>
                  <a:pt x="595" y="4436"/>
                  <a:pt x="595" y="4451"/>
                  <a:pt x="595" y="4465"/>
                </a:cubicBezTo>
                <a:lnTo>
                  <a:pt x="595" y="4509"/>
                </a:lnTo>
                <a:lnTo>
                  <a:pt x="595" y="4523"/>
                </a:lnTo>
                <a:cubicBezTo>
                  <a:pt x="595" y="4538"/>
                  <a:pt x="595" y="4552"/>
                  <a:pt x="609" y="4552"/>
                </a:cubicBezTo>
                <a:lnTo>
                  <a:pt x="638" y="4596"/>
                </a:lnTo>
                <a:cubicBezTo>
                  <a:pt x="696" y="4668"/>
                  <a:pt x="769" y="4755"/>
                  <a:pt x="841" y="4828"/>
                </a:cubicBezTo>
                <a:cubicBezTo>
                  <a:pt x="914" y="4900"/>
                  <a:pt x="986" y="4958"/>
                  <a:pt x="1073" y="5031"/>
                </a:cubicBezTo>
                <a:cubicBezTo>
                  <a:pt x="1121" y="5066"/>
                  <a:pt x="1188" y="5092"/>
                  <a:pt x="1251" y="5092"/>
                </a:cubicBezTo>
                <a:cubicBezTo>
                  <a:pt x="1264" y="5092"/>
                  <a:pt x="1278" y="5091"/>
                  <a:pt x="1291" y="5089"/>
                </a:cubicBezTo>
                <a:cubicBezTo>
                  <a:pt x="1319" y="5089"/>
                  <a:pt x="1348" y="5089"/>
                  <a:pt x="1363" y="5074"/>
                </a:cubicBezTo>
                <a:cubicBezTo>
                  <a:pt x="1421" y="5060"/>
                  <a:pt x="1479" y="5016"/>
                  <a:pt x="1508" y="4973"/>
                </a:cubicBezTo>
                <a:lnTo>
                  <a:pt x="1537" y="4944"/>
                </a:lnTo>
                <a:cubicBezTo>
                  <a:pt x="1580" y="4900"/>
                  <a:pt x="1609" y="4871"/>
                  <a:pt x="1667" y="4857"/>
                </a:cubicBezTo>
                <a:lnTo>
                  <a:pt x="1769" y="4842"/>
                </a:lnTo>
                <a:cubicBezTo>
                  <a:pt x="1812" y="4842"/>
                  <a:pt x="1856" y="4857"/>
                  <a:pt x="1899" y="4871"/>
                </a:cubicBezTo>
                <a:cubicBezTo>
                  <a:pt x="1957" y="4900"/>
                  <a:pt x="2015" y="4929"/>
                  <a:pt x="2073" y="4944"/>
                </a:cubicBezTo>
                <a:cubicBezTo>
                  <a:pt x="2131" y="4973"/>
                  <a:pt x="2189" y="5016"/>
                  <a:pt x="2218" y="5060"/>
                </a:cubicBezTo>
                <a:cubicBezTo>
                  <a:pt x="2233" y="5074"/>
                  <a:pt x="2247" y="5103"/>
                  <a:pt x="2262" y="5117"/>
                </a:cubicBezTo>
                <a:cubicBezTo>
                  <a:pt x="2276" y="5175"/>
                  <a:pt x="2276" y="5233"/>
                  <a:pt x="2276" y="5277"/>
                </a:cubicBezTo>
                <a:cubicBezTo>
                  <a:pt x="2247" y="5451"/>
                  <a:pt x="2349" y="5596"/>
                  <a:pt x="2508" y="5639"/>
                </a:cubicBezTo>
                <a:lnTo>
                  <a:pt x="2552" y="5639"/>
                </a:lnTo>
                <a:cubicBezTo>
                  <a:pt x="2653" y="5654"/>
                  <a:pt x="2755" y="5654"/>
                  <a:pt x="2856" y="5654"/>
                </a:cubicBezTo>
                <a:cubicBezTo>
                  <a:pt x="2958" y="5654"/>
                  <a:pt x="3059" y="5654"/>
                  <a:pt x="3160" y="5639"/>
                </a:cubicBezTo>
                <a:cubicBezTo>
                  <a:pt x="3233" y="5625"/>
                  <a:pt x="3291" y="5596"/>
                  <a:pt x="3334" y="5538"/>
                </a:cubicBezTo>
                <a:cubicBezTo>
                  <a:pt x="3363" y="5509"/>
                  <a:pt x="3392" y="5480"/>
                  <a:pt x="3407" y="5436"/>
                </a:cubicBezTo>
                <a:cubicBezTo>
                  <a:pt x="3421" y="5378"/>
                  <a:pt x="3436" y="5335"/>
                  <a:pt x="3421" y="5277"/>
                </a:cubicBezTo>
                <a:cubicBezTo>
                  <a:pt x="3421" y="5262"/>
                  <a:pt x="3421" y="5248"/>
                  <a:pt x="3421" y="5233"/>
                </a:cubicBezTo>
                <a:cubicBezTo>
                  <a:pt x="3421" y="5103"/>
                  <a:pt x="3508" y="4987"/>
                  <a:pt x="3624" y="4944"/>
                </a:cubicBezTo>
                <a:cubicBezTo>
                  <a:pt x="3682" y="4915"/>
                  <a:pt x="3755" y="4886"/>
                  <a:pt x="3813" y="4857"/>
                </a:cubicBezTo>
                <a:cubicBezTo>
                  <a:pt x="3856" y="4842"/>
                  <a:pt x="3903" y="4835"/>
                  <a:pt x="3949" y="4835"/>
                </a:cubicBezTo>
                <a:cubicBezTo>
                  <a:pt x="3994" y="4835"/>
                  <a:pt x="4037" y="4842"/>
                  <a:pt x="4074" y="4857"/>
                </a:cubicBezTo>
                <a:cubicBezTo>
                  <a:pt x="4103" y="4871"/>
                  <a:pt x="4117" y="4886"/>
                  <a:pt x="4132" y="4900"/>
                </a:cubicBezTo>
                <a:cubicBezTo>
                  <a:pt x="4146" y="4915"/>
                  <a:pt x="4161" y="4915"/>
                  <a:pt x="4161" y="4929"/>
                </a:cubicBezTo>
                <a:cubicBezTo>
                  <a:pt x="4175" y="4944"/>
                  <a:pt x="4190" y="4944"/>
                  <a:pt x="4190" y="4958"/>
                </a:cubicBezTo>
                <a:cubicBezTo>
                  <a:pt x="4252" y="5038"/>
                  <a:pt x="4342" y="5080"/>
                  <a:pt x="4436" y="5080"/>
                </a:cubicBezTo>
                <a:cubicBezTo>
                  <a:pt x="4494" y="5080"/>
                  <a:pt x="4554" y="5064"/>
                  <a:pt x="4610" y="5031"/>
                </a:cubicBezTo>
                <a:cubicBezTo>
                  <a:pt x="4625" y="5031"/>
                  <a:pt x="4625" y="5031"/>
                  <a:pt x="4639" y="5016"/>
                </a:cubicBezTo>
                <a:cubicBezTo>
                  <a:pt x="4711" y="4958"/>
                  <a:pt x="4798" y="4886"/>
                  <a:pt x="4871" y="4813"/>
                </a:cubicBezTo>
                <a:cubicBezTo>
                  <a:pt x="4943" y="4741"/>
                  <a:pt x="5001" y="4654"/>
                  <a:pt x="5074" y="4581"/>
                </a:cubicBezTo>
                <a:cubicBezTo>
                  <a:pt x="5132" y="4509"/>
                  <a:pt x="5161" y="4393"/>
                  <a:pt x="5117" y="4291"/>
                </a:cubicBezTo>
                <a:cubicBezTo>
                  <a:pt x="5117" y="4277"/>
                  <a:pt x="5117" y="4277"/>
                  <a:pt x="5103" y="4262"/>
                </a:cubicBezTo>
                <a:cubicBezTo>
                  <a:pt x="5103" y="4248"/>
                  <a:pt x="5088" y="4233"/>
                  <a:pt x="5088" y="4219"/>
                </a:cubicBezTo>
                <a:cubicBezTo>
                  <a:pt x="5074" y="4190"/>
                  <a:pt x="5059" y="4175"/>
                  <a:pt x="5045" y="4161"/>
                </a:cubicBezTo>
                <a:lnTo>
                  <a:pt x="5016" y="4132"/>
                </a:lnTo>
                <a:lnTo>
                  <a:pt x="4987" y="4117"/>
                </a:lnTo>
                <a:cubicBezTo>
                  <a:pt x="4885" y="4016"/>
                  <a:pt x="4856" y="3871"/>
                  <a:pt x="4914" y="3755"/>
                </a:cubicBezTo>
                <a:cubicBezTo>
                  <a:pt x="4943" y="3682"/>
                  <a:pt x="4972" y="3624"/>
                  <a:pt x="4987" y="3566"/>
                </a:cubicBezTo>
                <a:cubicBezTo>
                  <a:pt x="5037" y="3453"/>
                  <a:pt x="5154" y="3372"/>
                  <a:pt x="5278" y="3372"/>
                </a:cubicBezTo>
                <a:cubicBezTo>
                  <a:pt x="5297" y="3372"/>
                  <a:pt x="5316" y="3374"/>
                  <a:pt x="5335" y="3378"/>
                </a:cubicBezTo>
                <a:cubicBezTo>
                  <a:pt x="5407" y="3378"/>
                  <a:pt x="5480" y="3364"/>
                  <a:pt x="5538" y="3335"/>
                </a:cubicBezTo>
                <a:cubicBezTo>
                  <a:pt x="5552" y="3320"/>
                  <a:pt x="5567" y="3306"/>
                  <a:pt x="5581" y="3291"/>
                </a:cubicBezTo>
                <a:lnTo>
                  <a:pt x="5610" y="3277"/>
                </a:lnTo>
                <a:lnTo>
                  <a:pt x="5625" y="3262"/>
                </a:lnTo>
                <a:cubicBezTo>
                  <a:pt x="5654" y="3219"/>
                  <a:pt x="5683" y="3161"/>
                  <a:pt x="5683" y="3103"/>
                </a:cubicBezTo>
                <a:cubicBezTo>
                  <a:pt x="5712" y="2900"/>
                  <a:pt x="5712" y="2697"/>
                  <a:pt x="5683" y="2479"/>
                </a:cubicBezTo>
                <a:lnTo>
                  <a:pt x="5683" y="2479"/>
                </a:lnTo>
                <a:lnTo>
                  <a:pt x="5712" y="2523"/>
                </a:lnTo>
                <a:cubicBezTo>
                  <a:pt x="5712" y="2494"/>
                  <a:pt x="5697" y="2465"/>
                  <a:pt x="5683" y="2436"/>
                </a:cubicBezTo>
                <a:cubicBezTo>
                  <a:pt x="5683" y="2421"/>
                  <a:pt x="5668" y="2407"/>
                  <a:pt x="5668" y="2392"/>
                </a:cubicBezTo>
                <a:cubicBezTo>
                  <a:pt x="5654" y="2378"/>
                  <a:pt x="5639" y="2363"/>
                  <a:pt x="5625" y="2349"/>
                </a:cubicBezTo>
                <a:lnTo>
                  <a:pt x="5610" y="2334"/>
                </a:lnTo>
                <a:lnTo>
                  <a:pt x="5581" y="2305"/>
                </a:lnTo>
                <a:lnTo>
                  <a:pt x="5552" y="2291"/>
                </a:lnTo>
                <a:cubicBezTo>
                  <a:pt x="5538" y="2276"/>
                  <a:pt x="5509" y="2262"/>
                  <a:pt x="5480" y="2262"/>
                </a:cubicBezTo>
                <a:lnTo>
                  <a:pt x="5451" y="2262"/>
                </a:lnTo>
                <a:cubicBezTo>
                  <a:pt x="5436" y="2255"/>
                  <a:pt x="5422" y="2251"/>
                  <a:pt x="5405" y="2251"/>
                </a:cubicBezTo>
                <a:cubicBezTo>
                  <a:pt x="5389" y="2251"/>
                  <a:pt x="5371" y="2255"/>
                  <a:pt x="5349" y="2262"/>
                </a:cubicBezTo>
                <a:lnTo>
                  <a:pt x="5277" y="2262"/>
                </a:lnTo>
                <a:cubicBezTo>
                  <a:pt x="5219" y="2262"/>
                  <a:pt x="5161" y="2233"/>
                  <a:pt x="5117" y="2204"/>
                </a:cubicBezTo>
                <a:lnTo>
                  <a:pt x="5103" y="2189"/>
                </a:lnTo>
                <a:lnTo>
                  <a:pt x="5074" y="2160"/>
                </a:lnTo>
                <a:lnTo>
                  <a:pt x="5045" y="2117"/>
                </a:lnTo>
                <a:lnTo>
                  <a:pt x="5016" y="2088"/>
                </a:lnTo>
                <a:cubicBezTo>
                  <a:pt x="5016" y="2073"/>
                  <a:pt x="5016" y="2073"/>
                  <a:pt x="5016" y="2059"/>
                </a:cubicBezTo>
                <a:lnTo>
                  <a:pt x="5016" y="2044"/>
                </a:lnTo>
                <a:cubicBezTo>
                  <a:pt x="4987" y="1986"/>
                  <a:pt x="4972" y="1928"/>
                  <a:pt x="4943" y="1870"/>
                </a:cubicBezTo>
                <a:lnTo>
                  <a:pt x="4929" y="1841"/>
                </a:lnTo>
                <a:cubicBezTo>
                  <a:pt x="4914" y="1798"/>
                  <a:pt x="4914" y="1754"/>
                  <a:pt x="4914" y="1711"/>
                </a:cubicBezTo>
                <a:cubicBezTo>
                  <a:pt x="4929" y="1682"/>
                  <a:pt x="4929" y="1639"/>
                  <a:pt x="4943" y="1610"/>
                </a:cubicBezTo>
                <a:cubicBezTo>
                  <a:pt x="4958" y="1581"/>
                  <a:pt x="4987" y="1552"/>
                  <a:pt x="5016" y="1523"/>
                </a:cubicBezTo>
                <a:lnTo>
                  <a:pt x="5045" y="1494"/>
                </a:lnTo>
                <a:lnTo>
                  <a:pt x="5059" y="1479"/>
                </a:lnTo>
                <a:cubicBezTo>
                  <a:pt x="5088" y="1450"/>
                  <a:pt x="5103" y="1436"/>
                  <a:pt x="5117" y="1392"/>
                </a:cubicBezTo>
                <a:cubicBezTo>
                  <a:pt x="5132" y="1392"/>
                  <a:pt x="5132" y="1378"/>
                  <a:pt x="5146" y="1363"/>
                </a:cubicBezTo>
                <a:cubicBezTo>
                  <a:pt x="5146" y="1349"/>
                  <a:pt x="5161" y="1334"/>
                  <a:pt x="5161" y="1320"/>
                </a:cubicBezTo>
                <a:cubicBezTo>
                  <a:pt x="5175" y="1218"/>
                  <a:pt x="5161" y="1131"/>
                  <a:pt x="5103" y="1059"/>
                </a:cubicBezTo>
                <a:cubicBezTo>
                  <a:pt x="5030" y="972"/>
                  <a:pt x="4958" y="899"/>
                  <a:pt x="4900" y="827"/>
                </a:cubicBezTo>
                <a:cubicBezTo>
                  <a:pt x="4813" y="754"/>
                  <a:pt x="4740" y="682"/>
                  <a:pt x="4653" y="624"/>
                </a:cubicBezTo>
                <a:cubicBezTo>
                  <a:pt x="4600" y="581"/>
                  <a:pt x="4540" y="554"/>
                  <a:pt x="4471" y="554"/>
                </a:cubicBezTo>
                <a:cubicBezTo>
                  <a:pt x="4446" y="554"/>
                  <a:pt x="4420" y="558"/>
                  <a:pt x="4393" y="566"/>
                </a:cubicBezTo>
                <a:lnTo>
                  <a:pt x="4364" y="566"/>
                </a:lnTo>
                <a:cubicBezTo>
                  <a:pt x="4320" y="595"/>
                  <a:pt x="4277" y="609"/>
                  <a:pt x="4248" y="653"/>
                </a:cubicBezTo>
                <a:lnTo>
                  <a:pt x="4219" y="682"/>
                </a:lnTo>
                <a:cubicBezTo>
                  <a:pt x="4190" y="725"/>
                  <a:pt x="4132" y="769"/>
                  <a:pt x="4074" y="783"/>
                </a:cubicBezTo>
                <a:cubicBezTo>
                  <a:pt x="4059" y="798"/>
                  <a:pt x="4030" y="798"/>
                  <a:pt x="4016" y="798"/>
                </a:cubicBezTo>
                <a:lnTo>
                  <a:pt x="3929" y="798"/>
                </a:lnTo>
                <a:lnTo>
                  <a:pt x="3871" y="783"/>
                </a:lnTo>
                <a:lnTo>
                  <a:pt x="3842" y="783"/>
                </a:lnTo>
                <a:lnTo>
                  <a:pt x="3813" y="754"/>
                </a:lnTo>
                <a:lnTo>
                  <a:pt x="3755" y="740"/>
                </a:lnTo>
                <a:lnTo>
                  <a:pt x="3653" y="696"/>
                </a:lnTo>
                <a:cubicBezTo>
                  <a:pt x="3523" y="653"/>
                  <a:pt x="3450" y="522"/>
                  <a:pt x="3450" y="392"/>
                </a:cubicBezTo>
                <a:lnTo>
                  <a:pt x="3450" y="363"/>
                </a:lnTo>
                <a:cubicBezTo>
                  <a:pt x="3479" y="203"/>
                  <a:pt x="3378" y="58"/>
                  <a:pt x="3218" y="15"/>
                </a:cubicBezTo>
                <a:lnTo>
                  <a:pt x="3189" y="15"/>
                </a:lnTo>
                <a:cubicBezTo>
                  <a:pt x="3088" y="1"/>
                  <a:pt x="2986" y="1"/>
                  <a:pt x="287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34" name="Google Shape;534;p1"/>
          <p:cNvSpPr txBox="1"/>
          <p:nvPr>
            <p:ph type="title"/>
          </p:nvPr>
        </p:nvSpPr>
        <p:spPr>
          <a:xfrm>
            <a:off x="714240" y="447840"/>
            <a:ext cx="4323960" cy="28951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lata"/>
              <a:buNone/>
            </a:pPr>
            <a:r>
              <a:rPr lang="en-US" sz="49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УСП- проект</a:t>
            </a:r>
            <a:endParaRPr sz="4900">
              <a:solidFill>
                <a:schemeClr val="dk1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535" name="Google Shape;535;p1"/>
          <p:cNvSpPr txBox="1"/>
          <p:nvPr>
            <p:ph idx="1" type="subTitle"/>
          </p:nvPr>
        </p:nvSpPr>
        <p:spPr>
          <a:xfrm>
            <a:off x="714240" y="3438360"/>
            <a:ext cx="3590640" cy="904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Montserrat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Управление на лекарства и прегледи</a:t>
            </a:r>
            <a:endParaRPr b="0" i="0" sz="13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36" name="Google Shape;536;p1"/>
          <p:cNvSpPr/>
          <p:nvPr/>
        </p:nvSpPr>
        <p:spPr>
          <a:xfrm>
            <a:off x="4590720" y="3972600"/>
            <a:ext cx="145440" cy="145440"/>
          </a:xfrm>
          <a:custGeom>
            <a:rect b="b" l="l" r="r" t="t"/>
            <a:pathLst>
              <a:path extrusionOk="0" fill="none" h="1546" w="1546">
                <a:moveTo>
                  <a:pt x="1546" y="658"/>
                </a:moveTo>
                <a:cubicBezTo>
                  <a:pt x="1546" y="1231"/>
                  <a:pt x="830" y="1546"/>
                  <a:pt x="429" y="1116"/>
                </a:cubicBezTo>
                <a:cubicBezTo>
                  <a:pt x="0" y="716"/>
                  <a:pt x="315" y="0"/>
                  <a:pt x="887" y="0"/>
                </a:cubicBezTo>
                <a:cubicBezTo>
                  <a:pt x="1231" y="0"/>
                  <a:pt x="1546" y="315"/>
                  <a:pt x="1546" y="658"/>
                </a:cubicBezTo>
                <a:close/>
              </a:path>
            </a:pathLst>
          </a:custGeom>
          <a:solidFill>
            <a:schemeClr val="accent2"/>
          </a:solidFill>
          <a:ln cap="rnd" cmpd="sng" w="19325">
            <a:solidFill>
              <a:srgbClr val="C3D9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00" lIns="91425" spcFirstLastPara="1" rIns="91425" wrap="square" tIns="7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37" name="Google Shape;537;p1"/>
          <p:cNvSpPr/>
          <p:nvPr/>
        </p:nvSpPr>
        <p:spPr>
          <a:xfrm>
            <a:off x="8392320" y="1870920"/>
            <a:ext cx="227160" cy="194400"/>
          </a:xfrm>
          <a:custGeom>
            <a:rect b="b" l="l" r="r" t="t"/>
            <a:pathLst>
              <a:path extrusionOk="0" h="5835" w="6814">
                <a:moveTo>
                  <a:pt x="3882" y="718"/>
                </a:moveTo>
                <a:cubicBezTo>
                  <a:pt x="5008" y="718"/>
                  <a:pt x="6089" y="1591"/>
                  <a:pt x="6089" y="2914"/>
                </a:cubicBezTo>
                <a:cubicBezTo>
                  <a:pt x="6089" y="4132"/>
                  <a:pt x="5103" y="5103"/>
                  <a:pt x="3886" y="5103"/>
                </a:cubicBezTo>
                <a:cubicBezTo>
                  <a:pt x="1943" y="5103"/>
                  <a:pt x="972" y="2740"/>
                  <a:pt x="2349" y="1363"/>
                </a:cubicBezTo>
                <a:cubicBezTo>
                  <a:pt x="2795" y="918"/>
                  <a:pt x="3344" y="718"/>
                  <a:pt x="3882" y="718"/>
                </a:cubicBezTo>
                <a:close/>
                <a:moveTo>
                  <a:pt x="3912" y="0"/>
                </a:moveTo>
                <a:cubicBezTo>
                  <a:pt x="3903" y="0"/>
                  <a:pt x="3895" y="0"/>
                  <a:pt x="3886" y="1"/>
                </a:cubicBezTo>
                <a:cubicBezTo>
                  <a:pt x="1291" y="1"/>
                  <a:pt x="1" y="3146"/>
                  <a:pt x="1842" y="4973"/>
                </a:cubicBezTo>
                <a:cubicBezTo>
                  <a:pt x="2433" y="5568"/>
                  <a:pt x="3162" y="5834"/>
                  <a:pt x="3877" y="5834"/>
                </a:cubicBezTo>
                <a:cubicBezTo>
                  <a:pt x="5374" y="5834"/>
                  <a:pt x="6814" y="4670"/>
                  <a:pt x="6814" y="2914"/>
                </a:cubicBezTo>
                <a:cubicBezTo>
                  <a:pt x="6814" y="1314"/>
                  <a:pt x="5509" y="0"/>
                  <a:pt x="391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38" name="Google Shape;538;p1"/>
          <p:cNvSpPr/>
          <p:nvPr/>
        </p:nvSpPr>
        <p:spPr>
          <a:xfrm rot="2700000">
            <a:off x="4462920" y="3566880"/>
            <a:ext cx="207720" cy="207720"/>
          </a:xfrm>
          <a:custGeom>
            <a:rect b="b" l="l" r="r" t="t"/>
            <a:pathLst>
              <a:path extrusionOk="0" h="1770" w="1769">
                <a:moveTo>
                  <a:pt x="681" y="1"/>
                </a:moveTo>
                <a:lnTo>
                  <a:pt x="681" y="668"/>
                </a:lnTo>
                <a:lnTo>
                  <a:pt x="0" y="668"/>
                </a:lnTo>
                <a:lnTo>
                  <a:pt x="0" y="1088"/>
                </a:lnTo>
                <a:lnTo>
                  <a:pt x="681" y="1088"/>
                </a:lnTo>
                <a:lnTo>
                  <a:pt x="681" y="1769"/>
                </a:lnTo>
                <a:lnTo>
                  <a:pt x="1102" y="1769"/>
                </a:lnTo>
                <a:lnTo>
                  <a:pt x="1102" y="1088"/>
                </a:lnTo>
                <a:lnTo>
                  <a:pt x="1769" y="1088"/>
                </a:lnTo>
                <a:lnTo>
                  <a:pt x="1769" y="668"/>
                </a:lnTo>
                <a:lnTo>
                  <a:pt x="1102" y="668"/>
                </a:lnTo>
                <a:lnTo>
                  <a:pt x="110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39" name="Google Shape;539;p1"/>
          <p:cNvSpPr/>
          <p:nvPr/>
        </p:nvSpPr>
        <p:spPr>
          <a:xfrm>
            <a:off x="5263920" y="2086920"/>
            <a:ext cx="227160" cy="227160"/>
          </a:xfrm>
          <a:custGeom>
            <a:rect b="b" l="l" r="r" t="t"/>
            <a:pathLst>
              <a:path extrusionOk="0" h="1610" w="1610">
                <a:moveTo>
                  <a:pt x="0" y="0"/>
                </a:moveTo>
                <a:lnTo>
                  <a:pt x="174" y="624"/>
                </a:lnTo>
                <a:lnTo>
                  <a:pt x="334" y="1232"/>
                </a:lnTo>
                <a:lnTo>
                  <a:pt x="667" y="899"/>
                </a:lnTo>
                <a:lnTo>
                  <a:pt x="1377" y="1609"/>
                </a:lnTo>
                <a:lnTo>
                  <a:pt x="1609" y="1377"/>
                </a:lnTo>
                <a:lnTo>
                  <a:pt x="899" y="682"/>
                </a:lnTo>
                <a:lnTo>
                  <a:pt x="1232" y="334"/>
                </a:lnTo>
                <a:lnTo>
                  <a:pt x="623" y="174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40" name="Google Shape;540;p1"/>
          <p:cNvSpPr/>
          <p:nvPr/>
        </p:nvSpPr>
        <p:spPr>
          <a:xfrm>
            <a:off x="5162760" y="1622520"/>
            <a:ext cx="429840" cy="425520"/>
          </a:xfrm>
          <a:custGeom>
            <a:rect b="b" l="l" r="r" t="t"/>
            <a:pathLst>
              <a:path extrusionOk="0" h="5654" w="5712">
                <a:moveTo>
                  <a:pt x="2872" y="1323"/>
                </a:moveTo>
                <a:cubicBezTo>
                  <a:pt x="2914" y="1323"/>
                  <a:pt x="2958" y="1327"/>
                  <a:pt x="3001" y="1334"/>
                </a:cubicBezTo>
                <a:lnTo>
                  <a:pt x="3073" y="1334"/>
                </a:lnTo>
                <a:cubicBezTo>
                  <a:pt x="3110" y="1341"/>
                  <a:pt x="3121" y="1341"/>
                  <a:pt x="3131" y="1341"/>
                </a:cubicBezTo>
                <a:cubicBezTo>
                  <a:pt x="3142" y="1341"/>
                  <a:pt x="3153" y="1341"/>
                  <a:pt x="3189" y="1349"/>
                </a:cubicBezTo>
                <a:cubicBezTo>
                  <a:pt x="3247" y="1363"/>
                  <a:pt x="3291" y="1378"/>
                  <a:pt x="3349" y="1392"/>
                </a:cubicBezTo>
                <a:lnTo>
                  <a:pt x="3392" y="1407"/>
                </a:lnTo>
                <a:cubicBezTo>
                  <a:pt x="3465" y="1436"/>
                  <a:pt x="3537" y="1465"/>
                  <a:pt x="3595" y="1508"/>
                </a:cubicBezTo>
                <a:lnTo>
                  <a:pt x="3668" y="1537"/>
                </a:lnTo>
                <a:cubicBezTo>
                  <a:pt x="3682" y="1552"/>
                  <a:pt x="3697" y="1566"/>
                  <a:pt x="3726" y="1581"/>
                </a:cubicBezTo>
                <a:lnTo>
                  <a:pt x="3784" y="1624"/>
                </a:lnTo>
                <a:lnTo>
                  <a:pt x="3842" y="1668"/>
                </a:lnTo>
                <a:lnTo>
                  <a:pt x="3900" y="1711"/>
                </a:lnTo>
                <a:cubicBezTo>
                  <a:pt x="3929" y="1740"/>
                  <a:pt x="3972" y="1783"/>
                  <a:pt x="4001" y="1812"/>
                </a:cubicBezTo>
                <a:cubicBezTo>
                  <a:pt x="4016" y="1827"/>
                  <a:pt x="4030" y="1841"/>
                  <a:pt x="4045" y="1856"/>
                </a:cubicBezTo>
                <a:cubicBezTo>
                  <a:pt x="4059" y="1885"/>
                  <a:pt x="4088" y="1914"/>
                  <a:pt x="4103" y="1943"/>
                </a:cubicBezTo>
                <a:lnTo>
                  <a:pt x="4132" y="1986"/>
                </a:lnTo>
                <a:cubicBezTo>
                  <a:pt x="4161" y="2030"/>
                  <a:pt x="4190" y="2073"/>
                  <a:pt x="4219" y="2131"/>
                </a:cubicBezTo>
                <a:cubicBezTo>
                  <a:pt x="4233" y="2146"/>
                  <a:pt x="4248" y="2175"/>
                  <a:pt x="4248" y="2189"/>
                </a:cubicBezTo>
                <a:lnTo>
                  <a:pt x="4248" y="2204"/>
                </a:lnTo>
                <a:cubicBezTo>
                  <a:pt x="4262" y="2218"/>
                  <a:pt x="4277" y="2247"/>
                  <a:pt x="4277" y="2262"/>
                </a:cubicBezTo>
                <a:cubicBezTo>
                  <a:pt x="4277" y="2291"/>
                  <a:pt x="4291" y="2305"/>
                  <a:pt x="4291" y="2320"/>
                </a:cubicBezTo>
                <a:lnTo>
                  <a:pt x="4306" y="2349"/>
                </a:lnTo>
                <a:cubicBezTo>
                  <a:pt x="4320" y="2407"/>
                  <a:pt x="4335" y="2450"/>
                  <a:pt x="4349" y="2508"/>
                </a:cubicBezTo>
                <a:lnTo>
                  <a:pt x="4349" y="2552"/>
                </a:lnTo>
                <a:cubicBezTo>
                  <a:pt x="4349" y="2566"/>
                  <a:pt x="4364" y="2624"/>
                  <a:pt x="4364" y="2668"/>
                </a:cubicBezTo>
                <a:cubicBezTo>
                  <a:pt x="4364" y="2711"/>
                  <a:pt x="4364" y="2769"/>
                  <a:pt x="4364" y="2827"/>
                </a:cubicBezTo>
                <a:cubicBezTo>
                  <a:pt x="4378" y="2871"/>
                  <a:pt x="4378" y="2929"/>
                  <a:pt x="4378" y="2987"/>
                </a:cubicBezTo>
                <a:lnTo>
                  <a:pt x="4378" y="3001"/>
                </a:lnTo>
                <a:cubicBezTo>
                  <a:pt x="4378" y="3016"/>
                  <a:pt x="4378" y="3059"/>
                  <a:pt x="4364" y="3074"/>
                </a:cubicBezTo>
                <a:cubicBezTo>
                  <a:pt x="4364" y="3103"/>
                  <a:pt x="4364" y="3132"/>
                  <a:pt x="4349" y="3161"/>
                </a:cubicBezTo>
                <a:cubicBezTo>
                  <a:pt x="4349" y="3204"/>
                  <a:pt x="4335" y="3248"/>
                  <a:pt x="4320" y="3306"/>
                </a:cubicBezTo>
                <a:lnTo>
                  <a:pt x="4277" y="3393"/>
                </a:lnTo>
                <a:cubicBezTo>
                  <a:pt x="4277" y="3421"/>
                  <a:pt x="4262" y="3436"/>
                  <a:pt x="4248" y="3465"/>
                </a:cubicBezTo>
                <a:lnTo>
                  <a:pt x="4219" y="3523"/>
                </a:lnTo>
                <a:cubicBezTo>
                  <a:pt x="4190" y="3566"/>
                  <a:pt x="4175" y="3624"/>
                  <a:pt x="4132" y="3668"/>
                </a:cubicBezTo>
                <a:cubicBezTo>
                  <a:pt x="4132" y="3668"/>
                  <a:pt x="4117" y="3682"/>
                  <a:pt x="4117" y="3697"/>
                </a:cubicBezTo>
                <a:cubicBezTo>
                  <a:pt x="4103" y="3711"/>
                  <a:pt x="4103" y="3711"/>
                  <a:pt x="4103" y="3711"/>
                </a:cubicBezTo>
                <a:lnTo>
                  <a:pt x="4074" y="3755"/>
                </a:lnTo>
                <a:lnTo>
                  <a:pt x="4030" y="3813"/>
                </a:lnTo>
                <a:cubicBezTo>
                  <a:pt x="4001" y="3842"/>
                  <a:pt x="3972" y="3871"/>
                  <a:pt x="3943" y="3900"/>
                </a:cubicBezTo>
                <a:lnTo>
                  <a:pt x="3900" y="3943"/>
                </a:lnTo>
                <a:lnTo>
                  <a:pt x="3856" y="3972"/>
                </a:lnTo>
                <a:lnTo>
                  <a:pt x="3798" y="4030"/>
                </a:lnTo>
                <a:cubicBezTo>
                  <a:pt x="3755" y="4059"/>
                  <a:pt x="3697" y="4103"/>
                  <a:pt x="3639" y="4132"/>
                </a:cubicBezTo>
                <a:lnTo>
                  <a:pt x="3595" y="4161"/>
                </a:lnTo>
                <a:lnTo>
                  <a:pt x="3523" y="4190"/>
                </a:lnTo>
                <a:lnTo>
                  <a:pt x="3465" y="4219"/>
                </a:lnTo>
                <a:lnTo>
                  <a:pt x="3378" y="4262"/>
                </a:lnTo>
                <a:cubicBezTo>
                  <a:pt x="3349" y="4262"/>
                  <a:pt x="3334" y="4277"/>
                  <a:pt x="3320" y="4277"/>
                </a:cubicBezTo>
                <a:cubicBezTo>
                  <a:pt x="3276" y="4291"/>
                  <a:pt x="3233" y="4306"/>
                  <a:pt x="3189" y="4306"/>
                </a:cubicBezTo>
                <a:lnTo>
                  <a:pt x="3131" y="4320"/>
                </a:lnTo>
                <a:lnTo>
                  <a:pt x="3059" y="4335"/>
                </a:lnTo>
                <a:cubicBezTo>
                  <a:pt x="3001" y="4342"/>
                  <a:pt x="2947" y="4346"/>
                  <a:pt x="2894" y="4346"/>
                </a:cubicBezTo>
                <a:cubicBezTo>
                  <a:pt x="2842" y="4346"/>
                  <a:pt x="2791" y="4342"/>
                  <a:pt x="2740" y="4335"/>
                </a:cubicBezTo>
                <a:lnTo>
                  <a:pt x="2610" y="4335"/>
                </a:lnTo>
                <a:lnTo>
                  <a:pt x="2552" y="4320"/>
                </a:lnTo>
                <a:cubicBezTo>
                  <a:pt x="2479" y="4306"/>
                  <a:pt x="2407" y="4277"/>
                  <a:pt x="2334" y="4262"/>
                </a:cubicBezTo>
                <a:lnTo>
                  <a:pt x="2276" y="4233"/>
                </a:lnTo>
                <a:lnTo>
                  <a:pt x="2218" y="4204"/>
                </a:lnTo>
                <a:lnTo>
                  <a:pt x="2146" y="4161"/>
                </a:lnTo>
                <a:cubicBezTo>
                  <a:pt x="2102" y="4132"/>
                  <a:pt x="2059" y="4103"/>
                  <a:pt x="2030" y="4088"/>
                </a:cubicBezTo>
                <a:lnTo>
                  <a:pt x="1972" y="4045"/>
                </a:lnTo>
                <a:cubicBezTo>
                  <a:pt x="1957" y="4030"/>
                  <a:pt x="1928" y="4016"/>
                  <a:pt x="1914" y="4001"/>
                </a:cubicBezTo>
                <a:cubicBezTo>
                  <a:pt x="1899" y="3987"/>
                  <a:pt x="1870" y="3958"/>
                  <a:pt x="1856" y="3943"/>
                </a:cubicBezTo>
                <a:cubicBezTo>
                  <a:pt x="1827" y="3914"/>
                  <a:pt x="1812" y="3900"/>
                  <a:pt x="1783" y="3885"/>
                </a:cubicBezTo>
                <a:lnTo>
                  <a:pt x="1740" y="3827"/>
                </a:lnTo>
                <a:cubicBezTo>
                  <a:pt x="1682" y="3755"/>
                  <a:pt x="1624" y="3682"/>
                  <a:pt x="1580" y="3610"/>
                </a:cubicBezTo>
                <a:cubicBezTo>
                  <a:pt x="1566" y="3595"/>
                  <a:pt x="1551" y="3566"/>
                  <a:pt x="1537" y="3552"/>
                </a:cubicBezTo>
                <a:cubicBezTo>
                  <a:pt x="1537" y="3523"/>
                  <a:pt x="1522" y="3494"/>
                  <a:pt x="1508" y="3479"/>
                </a:cubicBezTo>
                <a:cubicBezTo>
                  <a:pt x="1493" y="3465"/>
                  <a:pt x="1493" y="3450"/>
                  <a:pt x="1493" y="3436"/>
                </a:cubicBezTo>
                <a:cubicBezTo>
                  <a:pt x="1479" y="3421"/>
                  <a:pt x="1479" y="3421"/>
                  <a:pt x="1479" y="3407"/>
                </a:cubicBezTo>
                <a:lnTo>
                  <a:pt x="1464" y="3364"/>
                </a:lnTo>
                <a:lnTo>
                  <a:pt x="1450" y="3320"/>
                </a:lnTo>
                <a:cubicBezTo>
                  <a:pt x="1435" y="3306"/>
                  <a:pt x="1435" y="3306"/>
                  <a:pt x="1450" y="3306"/>
                </a:cubicBezTo>
                <a:cubicBezTo>
                  <a:pt x="1450" y="3277"/>
                  <a:pt x="1435" y="3262"/>
                  <a:pt x="1421" y="3233"/>
                </a:cubicBezTo>
                <a:cubicBezTo>
                  <a:pt x="1421" y="3219"/>
                  <a:pt x="1406" y="3175"/>
                  <a:pt x="1406" y="3146"/>
                </a:cubicBezTo>
                <a:cubicBezTo>
                  <a:pt x="1392" y="3117"/>
                  <a:pt x="1406" y="3103"/>
                  <a:pt x="1392" y="3088"/>
                </a:cubicBezTo>
                <a:cubicBezTo>
                  <a:pt x="1377" y="3074"/>
                  <a:pt x="1377" y="3016"/>
                  <a:pt x="1377" y="2987"/>
                </a:cubicBezTo>
                <a:cubicBezTo>
                  <a:pt x="1363" y="2943"/>
                  <a:pt x="1377" y="2885"/>
                  <a:pt x="1377" y="2827"/>
                </a:cubicBezTo>
                <a:lnTo>
                  <a:pt x="1377" y="2668"/>
                </a:lnTo>
                <a:cubicBezTo>
                  <a:pt x="1377" y="2668"/>
                  <a:pt x="1377" y="2668"/>
                  <a:pt x="1377" y="2653"/>
                </a:cubicBezTo>
                <a:lnTo>
                  <a:pt x="1392" y="2581"/>
                </a:lnTo>
                <a:cubicBezTo>
                  <a:pt x="1392" y="2552"/>
                  <a:pt x="1392" y="2537"/>
                  <a:pt x="1406" y="2508"/>
                </a:cubicBezTo>
                <a:cubicBezTo>
                  <a:pt x="1406" y="2450"/>
                  <a:pt x="1421" y="2407"/>
                  <a:pt x="1435" y="2349"/>
                </a:cubicBezTo>
                <a:lnTo>
                  <a:pt x="1464" y="2291"/>
                </a:lnTo>
                <a:lnTo>
                  <a:pt x="1479" y="2247"/>
                </a:lnTo>
                <a:cubicBezTo>
                  <a:pt x="1479" y="2233"/>
                  <a:pt x="1493" y="2233"/>
                  <a:pt x="1493" y="2218"/>
                </a:cubicBezTo>
                <a:cubicBezTo>
                  <a:pt x="1493" y="2204"/>
                  <a:pt x="1508" y="2189"/>
                  <a:pt x="1508" y="2175"/>
                </a:cubicBezTo>
                <a:cubicBezTo>
                  <a:pt x="1522" y="2131"/>
                  <a:pt x="1551" y="2102"/>
                  <a:pt x="1580" y="2059"/>
                </a:cubicBezTo>
                <a:lnTo>
                  <a:pt x="1609" y="2015"/>
                </a:lnTo>
                <a:lnTo>
                  <a:pt x="1638" y="1957"/>
                </a:lnTo>
                <a:lnTo>
                  <a:pt x="1682" y="1899"/>
                </a:lnTo>
                <a:lnTo>
                  <a:pt x="1740" y="1841"/>
                </a:lnTo>
                <a:lnTo>
                  <a:pt x="1798" y="1783"/>
                </a:lnTo>
                <a:cubicBezTo>
                  <a:pt x="1885" y="1682"/>
                  <a:pt x="1986" y="1595"/>
                  <a:pt x="2102" y="1537"/>
                </a:cubicBezTo>
                <a:lnTo>
                  <a:pt x="2160" y="1494"/>
                </a:lnTo>
                <a:lnTo>
                  <a:pt x="2218" y="1465"/>
                </a:lnTo>
                <a:lnTo>
                  <a:pt x="2276" y="1450"/>
                </a:lnTo>
                <a:cubicBezTo>
                  <a:pt x="2305" y="1436"/>
                  <a:pt x="2349" y="1421"/>
                  <a:pt x="2378" y="1407"/>
                </a:cubicBezTo>
                <a:lnTo>
                  <a:pt x="2436" y="1392"/>
                </a:lnTo>
                <a:lnTo>
                  <a:pt x="2494" y="1363"/>
                </a:lnTo>
                <a:lnTo>
                  <a:pt x="2566" y="1349"/>
                </a:lnTo>
                <a:lnTo>
                  <a:pt x="2624" y="1349"/>
                </a:lnTo>
                <a:cubicBezTo>
                  <a:pt x="2639" y="1334"/>
                  <a:pt x="2668" y="1334"/>
                  <a:pt x="2682" y="1334"/>
                </a:cubicBezTo>
                <a:lnTo>
                  <a:pt x="2755" y="1334"/>
                </a:lnTo>
                <a:cubicBezTo>
                  <a:pt x="2791" y="1327"/>
                  <a:pt x="2831" y="1323"/>
                  <a:pt x="2872" y="1323"/>
                </a:cubicBezTo>
                <a:close/>
                <a:moveTo>
                  <a:pt x="2871" y="1"/>
                </a:moveTo>
                <a:cubicBezTo>
                  <a:pt x="2769" y="1"/>
                  <a:pt x="2668" y="1"/>
                  <a:pt x="2566" y="15"/>
                </a:cubicBezTo>
                <a:cubicBezTo>
                  <a:pt x="2407" y="30"/>
                  <a:pt x="2276" y="189"/>
                  <a:pt x="2291" y="348"/>
                </a:cubicBezTo>
                <a:lnTo>
                  <a:pt x="2291" y="377"/>
                </a:lnTo>
                <a:cubicBezTo>
                  <a:pt x="2291" y="392"/>
                  <a:pt x="2291" y="406"/>
                  <a:pt x="2291" y="421"/>
                </a:cubicBezTo>
                <a:cubicBezTo>
                  <a:pt x="2291" y="537"/>
                  <a:pt x="2218" y="653"/>
                  <a:pt x="2117" y="696"/>
                </a:cubicBezTo>
                <a:lnTo>
                  <a:pt x="2088" y="711"/>
                </a:lnTo>
                <a:lnTo>
                  <a:pt x="1986" y="740"/>
                </a:lnTo>
                <a:lnTo>
                  <a:pt x="1914" y="783"/>
                </a:lnTo>
                <a:lnTo>
                  <a:pt x="1899" y="783"/>
                </a:lnTo>
                <a:cubicBezTo>
                  <a:pt x="1860" y="801"/>
                  <a:pt x="1819" y="809"/>
                  <a:pt x="1777" y="809"/>
                </a:cubicBezTo>
                <a:cubicBezTo>
                  <a:pt x="1680" y="809"/>
                  <a:pt x="1583" y="763"/>
                  <a:pt x="1522" y="682"/>
                </a:cubicBezTo>
                <a:cubicBezTo>
                  <a:pt x="1460" y="601"/>
                  <a:pt x="1370" y="560"/>
                  <a:pt x="1276" y="560"/>
                </a:cubicBezTo>
                <a:cubicBezTo>
                  <a:pt x="1218" y="560"/>
                  <a:pt x="1158" y="576"/>
                  <a:pt x="1102" y="609"/>
                </a:cubicBezTo>
                <a:lnTo>
                  <a:pt x="1073" y="624"/>
                </a:lnTo>
                <a:cubicBezTo>
                  <a:pt x="1001" y="682"/>
                  <a:pt x="914" y="754"/>
                  <a:pt x="841" y="827"/>
                </a:cubicBezTo>
                <a:cubicBezTo>
                  <a:pt x="769" y="899"/>
                  <a:pt x="711" y="972"/>
                  <a:pt x="638" y="1059"/>
                </a:cubicBezTo>
                <a:cubicBezTo>
                  <a:pt x="580" y="1131"/>
                  <a:pt x="551" y="1247"/>
                  <a:pt x="580" y="1349"/>
                </a:cubicBezTo>
                <a:cubicBezTo>
                  <a:pt x="595" y="1363"/>
                  <a:pt x="609" y="1392"/>
                  <a:pt x="624" y="1421"/>
                </a:cubicBezTo>
                <a:cubicBezTo>
                  <a:pt x="638" y="1450"/>
                  <a:pt x="653" y="1465"/>
                  <a:pt x="667" y="1479"/>
                </a:cubicBezTo>
                <a:lnTo>
                  <a:pt x="696" y="1508"/>
                </a:lnTo>
                <a:cubicBezTo>
                  <a:pt x="812" y="1595"/>
                  <a:pt x="856" y="1740"/>
                  <a:pt x="798" y="1885"/>
                </a:cubicBezTo>
                <a:cubicBezTo>
                  <a:pt x="769" y="1943"/>
                  <a:pt x="740" y="2001"/>
                  <a:pt x="725" y="2059"/>
                </a:cubicBezTo>
                <a:cubicBezTo>
                  <a:pt x="711" y="2102"/>
                  <a:pt x="682" y="2131"/>
                  <a:pt x="653" y="2160"/>
                </a:cubicBezTo>
                <a:cubicBezTo>
                  <a:pt x="638" y="2175"/>
                  <a:pt x="624" y="2189"/>
                  <a:pt x="609" y="2204"/>
                </a:cubicBezTo>
                <a:cubicBezTo>
                  <a:pt x="595" y="2218"/>
                  <a:pt x="566" y="2233"/>
                  <a:pt x="551" y="2233"/>
                </a:cubicBezTo>
                <a:lnTo>
                  <a:pt x="493" y="2262"/>
                </a:lnTo>
                <a:lnTo>
                  <a:pt x="334" y="2262"/>
                </a:lnTo>
                <a:cubicBezTo>
                  <a:pt x="327" y="2255"/>
                  <a:pt x="319" y="2251"/>
                  <a:pt x="310" y="2251"/>
                </a:cubicBezTo>
                <a:cubicBezTo>
                  <a:pt x="301" y="2251"/>
                  <a:pt x="290" y="2255"/>
                  <a:pt x="276" y="2262"/>
                </a:cubicBezTo>
                <a:cubicBezTo>
                  <a:pt x="145" y="2276"/>
                  <a:pt x="44" y="2392"/>
                  <a:pt x="29" y="2523"/>
                </a:cubicBezTo>
                <a:cubicBezTo>
                  <a:pt x="0" y="2726"/>
                  <a:pt x="0" y="2929"/>
                  <a:pt x="29" y="3132"/>
                </a:cubicBezTo>
                <a:cubicBezTo>
                  <a:pt x="44" y="3277"/>
                  <a:pt x="145" y="3393"/>
                  <a:pt x="276" y="3407"/>
                </a:cubicBezTo>
                <a:cubicBezTo>
                  <a:pt x="298" y="3414"/>
                  <a:pt x="316" y="3418"/>
                  <a:pt x="332" y="3418"/>
                </a:cubicBezTo>
                <a:cubicBezTo>
                  <a:pt x="348" y="3418"/>
                  <a:pt x="363" y="3414"/>
                  <a:pt x="377" y="3407"/>
                </a:cubicBezTo>
                <a:lnTo>
                  <a:pt x="435" y="3407"/>
                </a:lnTo>
                <a:cubicBezTo>
                  <a:pt x="493" y="3407"/>
                  <a:pt x="551" y="3436"/>
                  <a:pt x="609" y="3465"/>
                </a:cubicBezTo>
                <a:cubicBezTo>
                  <a:pt x="624" y="3479"/>
                  <a:pt x="638" y="3479"/>
                  <a:pt x="653" y="3494"/>
                </a:cubicBezTo>
                <a:cubicBezTo>
                  <a:pt x="682" y="3523"/>
                  <a:pt x="711" y="3566"/>
                  <a:pt x="725" y="3610"/>
                </a:cubicBezTo>
                <a:cubicBezTo>
                  <a:pt x="754" y="3668"/>
                  <a:pt x="769" y="3740"/>
                  <a:pt x="798" y="3798"/>
                </a:cubicBezTo>
                <a:cubicBezTo>
                  <a:pt x="870" y="3914"/>
                  <a:pt x="841" y="4059"/>
                  <a:pt x="725" y="4161"/>
                </a:cubicBezTo>
                <a:lnTo>
                  <a:pt x="696" y="4175"/>
                </a:lnTo>
                <a:lnTo>
                  <a:pt x="667" y="4204"/>
                </a:lnTo>
                <a:cubicBezTo>
                  <a:pt x="653" y="4219"/>
                  <a:pt x="638" y="4233"/>
                  <a:pt x="624" y="4262"/>
                </a:cubicBezTo>
                <a:cubicBezTo>
                  <a:pt x="609" y="4277"/>
                  <a:pt x="595" y="4306"/>
                  <a:pt x="595" y="4335"/>
                </a:cubicBezTo>
                <a:lnTo>
                  <a:pt x="595" y="4364"/>
                </a:lnTo>
                <a:cubicBezTo>
                  <a:pt x="595" y="4378"/>
                  <a:pt x="595" y="4393"/>
                  <a:pt x="595" y="4393"/>
                </a:cubicBezTo>
                <a:cubicBezTo>
                  <a:pt x="595" y="4407"/>
                  <a:pt x="595" y="4422"/>
                  <a:pt x="595" y="4422"/>
                </a:cubicBezTo>
                <a:cubicBezTo>
                  <a:pt x="595" y="4436"/>
                  <a:pt x="595" y="4451"/>
                  <a:pt x="595" y="4465"/>
                </a:cubicBezTo>
                <a:lnTo>
                  <a:pt x="595" y="4509"/>
                </a:lnTo>
                <a:lnTo>
                  <a:pt x="595" y="4523"/>
                </a:lnTo>
                <a:cubicBezTo>
                  <a:pt x="595" y="4538"/>
                  <a:pt x="595" y="4552"/>
                  <a:pt x="609" y="4552"/>
                </a:cubicBezTo>
                <a:lnTo>
                  <a:pt x="638" y="4596"/>
                </a:lnTo>
                <a:cubicBezTo>
                  <a:pt x="696" y="4668"/>
                  <a:pt x="769" y="4755"/>
                  <a:pt x="841" y="4828"/>
                </a:cubicBezTo>
                <a:cubicBezTo>
                  <a:pt x="914" y="4900"/>
                  <a:pt x="986" y="4958"/>
                  <a:pt x="1073" y="5031"/>
                </a:cubicBezTo>
                <a:cubicBezTo>
                  <a:pt x="1121" y="5066"/>
                  <a:pt x="1188" y="5092"/>
                  <a:pt x="1251" y="5092"/>
                </a:cubicBezTo>
                <a:cubicBezTo>
                  <a:pt x="1264" y="5092"/>
                  <a:pt x="1278" y="5091"/>
                  <a:pt x="1291" y="5089"/>
                </a:cubicBezTo>
                <a:cubicBezTo>
                  <a:pt x="1319" y="5089"/>
                  <a:pt x="1348" y="5089"/>
                  <a:pt x="1363" y="5074"/>
                </a:cubicBezTo>
                <a:cubicBezTo>
                  <a:pt x="1421" y="5060"/>
                  <a:pt x="1479" y="5016"/>
                  <a:pt x="1508" y="4973"/>
                </a:cubicBezTo>
                <a:lnTo>
                  <a:pt x="1537" y="4944"/>
                </a:lnTo>
                <a:cubicBezTo>
                  <a:pt x="1580" y="4900"/>
                  <a:pt x="1609" y="4871"/>
                  <a:pt x="1667" y="4857"/>
                </a:cubicBezTo>
                <a:lnTo>
                  <a:pt x="1769" y="4842"/>
                </a:lnTo>
                <a:cubicBezTo>
                  <a:pt x="1812" y="4842"/>
                  <a:pt x="1856" y="4857"/>
                  <a:pt x="1899" y="4871"/>
                </a:cubicBezTo>
                <a:cubicBezTo>
                  <a:pt x="1957" y="4900"/>
                  <a:pt x="2015" y="4929"/>
                  <a:pt x="2073" y="4944"/>
                </a:cubicBezTo>
                <a:cubicBezTo>
                  <a:pt x="2131" y="4973"/>
                  <a:pt x="2189" y="5016"/>
                  <a:pt x="2218" y="5060"/>
                </a:cubicBezTo>
                <a:cubicBezTo>
                  <a:pt x="2233" y="5074"/>
                  <a:pt x="2247" y="5103"/>
                  <a:pt x="2262" y="5117"/>
                </a:cubicBezTo>
                <a:cubicBezTo>
                  <a:pt x="2276" y="5175"/>
                  <a:pt x="2276" y="5233"/>
                  <a:pt x="2276" y="5277"/>
                </a:cubicBezTo>
                <a:cubicBezTo>
                  <a:pt x="2247" y="5451"/>
                  <a:pt x="2349" y="5596"/>
                  <a:pt x="2508" y="5639"/>
                </a:cubicBezTo>
                <a:lnTo>
                  <a:pt x="2552" y="5639"/>
                </a:lnTo>
                <a:cubicBezTo>
                  <a:pt x="2653" y="5654"/>
                  <a:pt x="2755" y="5654"/>
                  <a:pt x="2856" y="5654"/>
                </a:cubicBezTo>
                <a:cubicBezTo>
                  <a:pt x="2958" y="5654"/>
                  <a:pt x="3059" y="5654"/>
                  <a:pt x="3160" y="5639"/>
                </a:cubicBezTo>
                <a:cubicBezTo>
                  <a:pt x="3233" y="5625"/>
                  <a:pt x="3291" y="5596"/>
                  <a:pt x="3334" y="5538"/>
                </a:cubicBezTo>
                <a:cubicBezTo>
                  <a:pt x="3363" y="5509"/>
                  <a:pt x="3392" y="5480"/>
                  <a:pt x="3407" y="5436"/>
                </a:cubicBezTo>
                <a:cubicBezTo>
                  <a:pt x="3421" y="5378"/>
                  <a:pt x="3436" y="5335"/>
                  <a:pt x="3421" y="5277"/>
                </a:cubicBezTo>
                <a:cubicBezTo>
                  <a:pt x="3421" y="5262"/>
                  <a:pt x="3421" y="5248"/>
                  <a:pt x="3421" y="5233"/>
                </a:cubicBezTo>
                <a:cubicBezTo>
                  <a:pt x="3421" y="5103"/>
                  <a:pt x="3508" y="4987"/>
                  <a:pt x="3624" y="4944"/>
                </a:cubicBezTo>
                <a:cubicBezTo>
                  <a:pt x="3682" y="4915"/>
                  <a:pt x="3755" y="4886"/>
                  <a:pt x="3813" y="4857"/>
                </a:cubicBezTo>
                <a:cubicBezTo>
                  <a:pt x="3856" y="4842"/>
                  <a:pt x="3903" y="4835"/>
                  <a:pt x="3949" y="4835"/>
                </a:cubicBezTo>
                <a:cubicBezTo>
                  <a:pt x="3994" y="4835"/>
                  <a:pt x="4037" y="4842"/>
                  <a:pt x="4074" y="4857"/>
                </a:cubicBezTo>
                <a:cubicBezTo>
                  <a:pt x="4103" y="4871"/>
                  <a:pt x="4117" y="4886"/>
                  <a:pt x="4132" y="4900"/>
                </a:cubicBezTo>
                <a:cubicBezTo>
                  <a:pt x="4146" y="4915"/>
                  <a:pt x="4161" y="4915"/>
                  <a:pt x="4161" y="4929"/>
                </a:cubicBezTo>
                <a:cubicBezTo>
                  <a:pt x="4175" y="4944"/>
                  <a:pt x="4190" y="4944"/>
                  <a:pt x="4190" y="4958"/>
                </a:cubicBezTo>
                <a:cubicBezTo>
                  <a:pt x="4252" y="5038"/>
                  <a:pt x="4342" y="5080"/>
                  <a:pt x="4436" y="5080"/>
                </a:cubicBezTo>
                <a:cubicBezTo>
                  <a:pt x="4494" y="5080"/>
                  <a:pt x="4554" y="5064"/>
                  <a:pt x="4610" y="5031"/>
                </a:cubicBezTo>
                <a:cubicBezTo>
                  <a:pt x="4625" y="5031"/>
                  <a:pt x="4625" y="5031"/>
                  <a:pt x="4639" y="5016"/>
                </a:cubicBezTo>
                <a:cubicBezTo>
                  <a:pt x="4711" y="4958"/>
                  <a:pt x="4798" y="4886"/>
                  <a:pt x="4871" y="4813"/>
                </a:cubicBezTo>
                <a:cubicBezTo>
                  <a:pt x="4943" y="4741"/>
                  <a:pt x="5001" y="4654"/>
                  <a:pt x="5074" y="4581"/>
                </a:cubicBezTo>
                <a:cubicBezTo>
                  <a:pt x="5132" y="4509"/>
                  <a:pt x="5161" y="4393"/>
                  <a:pt x="5117" y="4291"/>
                </a:cubicBezTo>
                <a:cubicBezTo>
                  <a:pt x="5117" y="4277"/>
                  <a:pt x="5117" y="4277"/>
                  <a:pt x="5103" y="4262"/>
                </a:cubicBezTo>
                <a:cubicBezTo>
                  <a:pt x="5103" y="4248"/>
                  <a:pt x="5088" y="4233"/>
                  <a:pt x="5088" y="4219"/>
                </a:cubicBezTo>
                <a:cubicBezTo>
                  <a:pt x="5074" y="4190"/>
                  <a:pt x="5059" y="4175"/>
                  <a:pt x="5045" y="4161"/>
                </a:cubicBezTo>
                <a:lnTo>
                  <a:pt x="5016" y="4132"/>
                </a:lnTo>
                <a:lnTo>
                  <a:pt x="4987" y="4117"/>
                </a:lnTo>
                <a:cubicBezTo>
                  <a:pt x="4885" y="4016"/>
                  <a:pt x="4856" y="3871"/>
                  <a:pt x="4914" y="3755"/>
                </a:cubicBezTo>
                <a:cubicBezTo>
                  <a:pt x="4943" y="3682"/>
                  <a:pt x="4972" y="3624"/>
                  <a:pt x="4987" y="3566"/>
                </a:cubicBezTo>
                <a:cubicBezTo>
                  <a:pt x="5037" y="3453"/>
                  <a:pt x="5154" y="3372"/>
                  <a:pt x="5278" y="3372"/>
                </a:cubicBezTo>
                <a:cubicBezTo>
                  <a:pt x="5297" y="3372"/>
                  <a:pt x="5316" y="3374"/>
                  <a:pt x="5335" y="3378"/>
                </a:cubicBezTo>
                <a:cubicBezTo>
                  <a:pt x="5407" y="3378"/>
                  <a:pt x="5480" y="3364"/>
                  <a:pt x="5538" y="3335"/>
                </a:cubicBezTo>
                <a:cubicBezTo>
                  <a:pt x="5552" y="3320"/>
                  <a:pt x="5567" y="3306"/>
                  <a:pt x="5581" y="3291"/>
                </a:cubicBezTo>
                <a:lnTo>
                  <a:pt x="5610" y="3277"/>
                </a:lnTo>
                <a:lnTo>
                  <a:pt x="5625" y="3262"/>
                </a:lnTo>
                <a:cubicBezTo>
                  <a:pt x="5654" y="3219"/>
                  <a:pt x="5683" y="3161"/>
                  <a:pt x="5683" y="3103"/>
                </a:cubicBezTo>
                <a:cubicBezTo>
                  <a:pt x="5712" y="2900"/>
                  <a:pt x="5712" y="2697"/>
                  <a:pt x="5683" y="2479"/>
                </a:cubicBezTo>
                <a:lnTo>
                  <a:pt x="5683" y="2479"/>
                </a:lnTo>
                <a:lnTo>
                  <a:pt x="5712" y="2523"/>
                </a:lnTo>
                <a:cubicBezTo>
                  <a:pt x="5712" y="2494"/>
                  <a:pt x="5697" y="2465"/>
                  <a:pt x="5683" y="2436"/>
                </a:cubicBezTo>
                <a:cubicBezTo>
                  <a:pt x="5683" y="2421"/>
                  <a:pt x="5668" y="2407"/>
                  <a:pt x="5668" y="2392"/>
                </a:cubicBezTo>
                <a:cubicBezTo>
                  <a:pt x="5654" y="2378"/>
                  <a:pt x="5639" y="2363"/>
                  <a:pt x="5625" y="2349"/>
                </a:cubicBezTo>
                <a:lnTo>
                  <a:pt x="5610" y="2334"/>
                </a:lnTo>
                <a:lnTo>
                  <a:pt x="5581" y="2305"/>
                </a:lnTo>
                <a:lnTo>
                  <a:pt x="5552" y="2291"/>
                </a:lnTo>
                <a:cubicBezTo>
                  <a:pt x="5538" y="2276"/>
                  <a:pt x="5509" y="2262"/>
                  <a:pt x="5480" y="2262"/>
                </a:cubicBezTo>
                <a:lnTo>
                  <a:pt x="5451" y="2262"/>
                </a:lnTo>
                <a:cubicBezTo>
                  <a:pt x="5436" y="2255"/>
                  <a:pt x="5422" y="2251"/>
                  <a:pt x="5405" y="2251"/>
                </a:cubicBezTo>
                <a:cubicBezTo>
                  <a:pt x="5389" y="2251"/>
                  <a:pt x="5371" y="2255"/>
                  <a:pt x="5349" y="2262"/>
                </a:cubicBezTo>
                <a:lnTo>
                  <a:pt x="5277" y="2262"/>
                </a:lnTo>
                <a:cubicBezTo>
                  <a:pt x="5219" y="2262"/>
                  <a:pt x="5161" y="2233"/>
                  <a:pt x="5117" y="2204"/>
                </a:cubicBezTo>
                <a:lnTo>
                  <a:pt x="5103" y="2189"/>
                </a:lnTo>
                <a:lnTo>
                  <a:pt x="5074" y="2160"/>
                </a:lnTo>
                <a:lnTo>
                  <a:pt x="5045" y="2117"/>
                </a:lnTo>
                <a:lnTo>
                  <a:pt x="5016" y="2088"/>
                </a:lnTo>
                <a:cubicBezTo>
                  <a:pt x="5016" y="2073"/>
                  <a:pt x="5016" y="2073"/>
                  <a:pt x="5016" y="2059"/>
                </a:cubicBezTo>
                <a:lnTo>
                  <a:pt x="5016" y="2044"/>
                </a:lnTo>
                <a:cubicBezTo>
                  <a:pt x="4987" y="1986"/>
                  <a:pt x="4972" y="1928"/>
                  <a:pt x="4943" y="1870"/>
                </a:cubicBezTo>
                <a:lnTo>
                  <a:pt x="4929" y="1841"/>
                </a:lnTo>
                <a:cubicBezTo>
                  <a:pt x="4914" y="1798"/>
                  <a:pt x="4914" y="1754"/>
                  <a:pt x="4914" y="1711"/>
                </a:cubicBezTo>
                <a:cubicBezTo>
                  <a:pt x="4929" y="1682"/>
                  <a:pt x="4929" y="1639"/>
                  <a:pt x="4943" y="1610"/>
                </a:cubicBezTo>
                <a:cubicBezTo>
                  <a:pt x="4958" y="1581"/>
                  <a:pt x="4987" y="1552"/>
                  <a:pt x="5016" y="1523"/>
                </a:cubicBezTo>
                <a:lnTo>
                  <a:pt x="5045" y="1494"/>
                </a:lnTo>
                <a:lnTo>
                  <a:pt x="5059" y="1479"/>
                </a:lnTo>
                <a:cubicBezTo>
                  <a:pt x="5088" y="1450"/>
                  <a:pt x="5103" y="1436"/>
                  <a:pt x="5117" y="1392"/>
                </a:cubicBezTo>
                <a:cubicBezTo>
                  <a:pt x="5132" y="1392"/>
                  <a:pt x="5132" y="1378"/>
                  <a:pt x="5146" y="1363"/>
                </a:cubicBezTo>
                <a:cubicBezTo>
                  <a:pt x="5146" y="1349"/>
                  <a:pt x="5161" y="1334"/>
                  <a:pt x="5161" y="1320"/>
                </a:cubicBezTo>
                <a:cubicBezTo>
                  <a:pt x="5175" y="1218"/>
                  <a:pt x="5161" y="1131"/>
                  <a:pt x="5103" y="1059"/>
                </a:cubicBezTo>
                <a:cubicBezTo>
                  <a:pt x="5030" y="972"/>
                  <a:pt x="4958" y="899"/>
                  <a:pt x="4900" y="827"/>
                </a:cubicBezTo>
                <a:cubicBezTo>
                  <a:pt x="4813" y="754"/>
                  <a:pt x="4740" y="682"/>
                  <a:pt x="4653" y="624"/>
                </a:cubicBezTo>
                <a:cubicBezTo>
                  <a:pt x="4600" y="581"/>
                  <a:pt x="4540" y="554"/>
                  <a:pt x="4471" y="554"/>
                </a:cubicBezTo>
                <a:cubicBezTo>
                  <a:pt x="4446" y="554"/>
                  <a:pt x="4420" y="558"/>
                  <a:pt x="4393" y="566"/>
                </a:cubicBezTo>
                <a:lnTo>
                  <a:pt x="4364" y="566"/>
                </a:lnTo>
                <a:cubicBezTo>
                  <a:pt x="4320" y="595"/>
                  <a:pt x="4277" y="609"/>
                  <a:pt x="4248" y="653"/>
                </a:cubicBezTo>
                <a:lnTo>
                  <a:pt x="4219" y="682"/>
                </a:lnTo>
                <a:cubicBezTo>
                  <a:pt x="4190" y="725"/>
                  <a:pt x="4132" y="769"/>
                  <a:pt x="4074" y="783"/>
                </a:cubicBezTo>
                <a:cubicBezTo>
                  <a:pt x="4059" y="798"/>
                  <a:pt x="4030" y="798"/>
                  <a:pt x="4016" y="798"/>
                </a:cubicBezTo>
                <a:lnTo>
                  <a:pt x="3929" y="798"/>
                </a:lnTo>
                <a:lnTo>
                  <a:pt x="3871" y="783"/>
                </a:lnTo>
                <a:lnTo>
                  <a:pt x="3842" y="783"/>
                </a:lnTo>
                <a:lnTo>
                  <a:pt x="3813" y="754"/>
                </a:lnTo>
                <a:lnTo>
                  <a:pt x="3755" y="740"/>
                </a:lnTo>
                <a:lnTo>
                  <a:pt x="3653" y="696"/>
                </a:lnTo>
                <a:cubicBezTo>
                  <a:pt x="3523" y="653"/>
                  <a:pt x="3450" y="522"/>
                  <a:pt x="3450" y="392"/>
                </a:cubicBezTo>
                <a:lnTo>
                  <a:pt x="3450" y="363"/>
                </a:lnTo>
                <a:cubicBezTo>
                  <a:pt x="3479" y="203"/>
                  <a:pt x="3378" y="58"/>
                  <a:pt x="3218" y="15"/>
                </a:cubicBezTo>
                <a:lnTo>
                  <a:pt x="3189" y="15"/>
                </a:lnTo>
                <a:cubicBezTo>
                  <a:pt x="3088" y="1"/>
                  <a:pt x="2986" y="1"/>
                  <a:pt x="287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"/>
          <p:cNvSpPr txBox="1"/>
          <p:nvPr>
            <p:ph type="title"/>
          </p:nvPr>
        </p:nvSpPr>
        <p:spPr>
          <a:xfrm>
            <a:off x="3514680" y="752400"/>
            <a:ext cx="4914720" cy="11044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</a:pPr>
            <a:r>
              <a:rPr b="0" lang="en-US" sz="3500" u="none" strike="noStrik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Въведение</a:t>
            </a:r>
            <a:endParaRPr b="0" sz="35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"/>
          <p:cNvSpPr txBox="1"/>
          <p:nvPr>
            <p:ph idx="1" type="subTitle"/>
          </p:nvPr>
        </p:nvSpPr>
        <p:spPr>
          <a:xfrm>
            <a:off x="4172040" y="1866960"/>
            <a:ext cx="4266720" cy="27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Проектът представя професионално уеб приложение за ефективно управление на лични здравни данни. Основният фокус е върху контрола на лекарства и лекарски прегледи с абонаментен модел за различни нива на достъп. Това решение осигурява удобен и модерен начин за проследяване на здравето в удобно Single Page Application (SPA) оформление.</a:t>
            </a:r>
            <a:endParaRPr b="0" i="0" sz="14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547" name="Google Shape;547;p2"/>
          <p:cNvGrpSpPr/>
          <p:nvPr/>
        </p:nvGrpSpPr>
        <p:grpSpPr>
          <a:xfrm>
            <a:off x="889200" y="1473840"/>
            <a:ext cx="2821320" cy="2642760"/>
            <a:chOff x="889200" y="1473840"/>
            <a:chExt cx="2821320" cy="2642760"/>
          </a:xfrm>
        </p:grpSpPr>
        <p:sp>
          <p:nvSpPr>
            <p:cNvPr id="548" name="Google Shape;548;p2"/>
            <p:cNvSpPr/>
            <p:nvPr/>
          </p:nvSpPr>
          <p:spPr>
            <a:xfrm>
              <a:off x="923760" y="1520640"/>
              <a:ext cx="2691360" cy="2595960"/>
            </a:xfrm>
            <a:custGeom>
              <a:rect b="b" l="l" r="r" t="t"/>
              <a:pathLst>
                <a:path extrusionOk="0" h="64925" w="67307">
                  <a:moveTo>
                    <a:pt x="34846" y="1"/>
                  </a:moveTo>
                  <a:cubicBezTo>
                    <a:pt x="25205" y="1"/>
                    <a:pt x="15833" y="4313"/>
                    <a:pt x="9547" y="12127"/>
                  </a:cubicBezTo>
                  <a:cubicBezTo>
                    <a:pt x="913" y="22861"/>
                    <a:pt x="0" y="37867"/>
                    <a:pt x="7266" y="49568"/>
                  </a:cubicBezTo>
                  <a:cubicBezTo>
                    <a:pt x="13264" y="59254"/>
                    <a:pt x="23790" y="64924"/>
                    <a:pt x="34858" y="64924"/>
                  </a:cubicBezTo>
                  <a:cubicBezTo>
                    <a:pt x="37162" y="64924"/>
                    <a:pt x="39489" y="64679"/>
                    <a:pt x="41804" y="64172"/>
                  </a:cubicBezTo>
                  <a:lnTo>
                    <a:pt x="42060" y="64099"/>
                  </a:lnTo>
                  <a:cubicBezTo>
                    <a:pt x="56828" y="60740"/>
                    <a:pt x="67306" y="47615"/>
                    <a:pt x="67306" y="32463"/>
                  </a:cubicBezTo>
                  <a:cubicBezTo>
                    <a:pt x="67306" y="18699"/>
                    <a:pt x="58617" y="6413"/>
                    <a:pt x="45619" y="1849"/>
                  </a:cubicBezTo>
                  <a:cubicBezTo>
                    <a:pt x="42089" y="603"/>
                    <a:pt x="38449" y="1"/>
                    <a:pt x="348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9" name="Google Shape;549;p2"/>
            <p:cNvSpPr/>
            <p:nvPr/>
          </p:nvSpPr>
          <p:spPr>
            <a:xfrm>
              <a:off x="889200" y="1473840"/>
              <a:ext cx="715680" cy="1468440"/>
            </a:xfrm>
            <a:custGeom>
              <a:rect b="b" l="l" r="r" t="t"/>
              <a:pathLst>
                <a:path extrusionOk="0" h="36724" w="17909">
                  <a:moveTo>
                    <a:pt x="11026" y="1"/>
                  </a:moveTo>
                  <a:cubicBezTo>
                    <a:pt x="8744" y="1"/>
                    <a:pt x="6214" y="1084"/>
                    <a:pt x="4272" y="3116"/>
                  </a:cubicBezTo>
                  <a:cubicBezTo>
                    <a:pt x="2592" y="4850"/>
                    <a:pt x="0" y="8793"/>
                    <a:pt x="1351" y="15602"/>
                  </a:cubicBezTo>
                  <a:cubicBezTo>
                    <a:pt x="1880" y="18340"/>
                    <a:pt x="2994" y="21188"/>
                    <a:pt x="4655" y="24182"/>
                  </a:cubicBezTo>
                  <a:cubicBezTo>
                    <a:pt x="6608" y="27669"/>
                    <a:pt x="9310" y="31320"/>
                    <a:pt x="12779" y="35117"/>
                  </a:cubicBezTo>
                  <a:cubicBezTo>
                    <a:pt x="13144" y="35518"/>
                    <a:pt x="13527" y="35938"/>
                    <a:pt x="13929" y="36358"/>
                  </a:cubicBezTo>
                  <a:lnTo>
                    <a:pt x="14275" y="36723"/>
                  </a:lnTo>
                  <a:lnTo>
                    <a:pt x="14622" y="36395"/>
                  </a:lnTo>
                  <a:lnTo>
                    <a:pt x="14969" y="36048"/>
                  </a:lnTo>
                  <a:cubicBezTo>
                    <a:pt x="14841" y="35920"/>
                    <a:pt x="14714" y="35792"/>
                    <a:pt x="14604" y="35665"/>
                  </a:cubicBezTo>
                  <a:cubicBezTo>
                    <a:pt x="14202" y="35263"/>
                    <a:pt x="13819" y="34861"/>
                    <a:pt x="13454" y="34441"/>
                  </a:cubicBezTo>
                  <a:cubicBezTo>
                    <a:pt x="9639" y="30261"/>
                    <a:pt x="6919" y="26391"/>
                    <a:pt x="5075" y="22904"/>
                  </a:cubicBezTo>
                  <a:cubicBezTo>
                    <a:pt x="365" y="13977"/>
                    <a:pt x="1442" y="7424"/>
                    <a:pt x="4965" y="3773"/>
                  </a:cubicBezTo>
                  <a:cubicBezTo>
                    <a:pt x="6704" y="1955"/>
                    <a:pt x="9022" y="960"/>
                    <a:pt x="11064" y="960"/>
                  </a:cubicBezTo>
                  <a:cubicBezTo>
                    <a:pt x="12281" y="960"/>
                    <a:pt x="13400" y="1314"/>
                    <a:pt x="14239" y="2057"/>
                  </a:cubicBezTo>
                  <a:cubicBezTo>
                    <a:pt x="15736" y="3353"/>
                    <a:pt x="16740" y="5124"/>
                    <a:pt x="17050" y="7077"/>
                  </a:cubicBezTo>
                  <a:cubicBezTo>
                    <a:pt x="17342" y="6895"/>
                    <a:pt x="17616" y="6694"/>
                    <a:pt x="17908" y="6511"/>
                  </a:cubicBezTo>
                  <a:cubicBezTo>
                    <a:pt x="17488" y="4503"/>
                    <a:pt x="16411" y="2678"/>
                    <a:pt x="14860" y="1345"/>
                  </a:cubicBezTo>
                  <a:cubicBezTo>
                    <a:pt x="13825" y="437"/>
                    <a:pt x="12475" y="1"/>
                    <a:pt x="11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0" name="Google Shape;550;p2"/>
            <p:cNvSpPr/>
            <p:nvPr/>
          </p:nvSpPr>
          <p:spPr>
            <a:xfrm>
              <a:off x="1384200" y="2840040"/>
              <a:ext cx="116640" cy="115920"/>
            </a:xfrm>
            <a:custGeom>
              <a:rect b="b" l="l" r="r" t="t"/>
              <a:pathLst>
                <a:path extrusionOk="0" h="2904" w="2922">
                  <a:moveTo>
                    <a:pt x="1388" y="1"/>
                  </a:moveTo>
                  <a:lnTo>
                    <a:pt x="1078" y="293"/>
                  </a:lnTo>
                  <a:lnTo>
                    <a:pt x="384" y="950"/>
                  </a:lnTo>
                  <a:lnTo>
                    <a:pt x="1" y="1315"/>
                  </a:lnTo>
                  <a:cubicBezTo>
                    <a:pt x="421" y="1753"/>
                    <a:pt x="841" y="2191"/>
                    <a:pt x="1279" y="2629"/>
                  </a:cubicBezTo>
                  <a:lnTo>
                    <a:pt x="1571" y="2903"/>
                  </a:lnTo>
                  <a:lnTo>
                    <a:pt x="2246" y="2228"/>
                  </a:lnTo>
                  <a:lnTo>
                    <a:pt x="2575" y="1881"/>
                  </a:lnTo>
                  <a:lnTo>
                    <a:pt x="2922" y="1552"/>
                  </a:lnTo>
                  <a:cubicBezTo>
                    <a:pt x="2812" y="1443"/>
                    <a:pt x="2721" y="1351"/>
                    <a:pt x="2611" y="1242"/>
                  </a:cubicBezTo>
                  <a:cubicBezTo>
                    <a:pt x="2192" y="822"/>
                    <a:pt x="1790" y="402"/>
                    <a:pt x="13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1" name="Google Shape;551;p2"/>
            <p:cNvSpPr/>
            <p:nvPr/>
          </p:nvSpPr>
          <p:spPr>
            <a:xfrm>
              <a:off x="1386720" y="2872080"/>
              <a:ext cx="321840" cy="268920"/>
            </a:xfrm>
            <a:custGeom>
              <a:rect b="b" l="l" r="r" t="t"/>
              <a:pathLst>
                <a:path extrusionOk="0" h="6731" w="8061">
                  <a:moveTo>
                    <a:pt x="4231" y="1"/>
                  </a:moveTo>
                  <a:cubicBezTo>
                    <a:pt x="3739" y="1"/>
                    <a:pt x="3239" y="108"/>
                    <a:pt x="2767" y="334"/>
                  </a:cubicBezTo>
                  <a:cubicBezTo>
                    <a:pt x="2693" y="371"/>
                    <a:pt x="2620" y="426"/>
                    <a:pt x="2547" y="462"/>
                  </a:cubicBezTo>
                  <a:cubicBezTo>
                    <a:pt x="2401" y="535"/>
                    <a:pt x="2274" y="626"/>
                    <a:pt x="2146" y="718"/>
                  </a:cubicBezTo>
                  <a:cubicBezTo>
                    <a:pt x="1890" y="919"/>
                    <a:pt x="1671" y="1138"/>
                    <a:pt x="1489" y="1411"/>
                  </a:cubicBezTo>
                  <a:cubicBezTo>
                    <a:pt x="1379" y="1539"/>
                    <a:pt x="1288" y="1685"/>
                    <a:pt x="1215" y="1831"/>
                  </a:cubicBezTo>
                  <a:cubicBezTo>
                    <a:pt x="1" y="4199"/>
                    <a:pt x="1852" y="6730"/>
                    <a:pt x="4179" y="6730"/>
                  </a:cubicBezTo>
                  <a:cubicBezTo>
                    <a:pt x="4651" y="6730"/>
                    <a:pt x="5143" y="6626"/>
                    <a:pt x="5633" y="6395"/>
                  </a:cubicBezTo>
                  <a:lnTo>
                    <a:pt x="5633" y="6413"/>
                  </a:lnTo>
                  <a:cubicBezTo>
                    <a:pt x="7330" y="5628"/>
                    <a:pt x="8060" y="3602"/>
                    <a:pt x="7276" y="1923"/>
                  </a:cubicBezTo>
                  <a:cubicBezTo>
                    <a:pt x="6698" y="702"/>
                    <a:pt x="5489" y="1"/>
                    <a:pt x="42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2" name="Google Shape;552;p2"/>
            <p:cNvSpPr/>
            <p:nvPr/>
          </p:nvSpPr>
          <p:spPr>
            <a:xfrm>
              <a:off x="1469160" y="2936520"/>
              <a:ext cx="171360" cy="139320"/>
            </a:xfrm>
            <a:custGeom>
              <a:rect b="b" l="l" r="r" t="t"/>
              <a:pathLst>
                <a:path extrusionOk="0" h="3493" w="4290">
                  <a:moveTo>
                    <a:pt x="2130" y="1"/>
                  </a:moveTo>
                  <a:cubicBezTo>
                    <a:pt x="921" y="1"/>
                    <a:pt x="0" y="1291"/>
                    <a:pt x="565" y="2500"/>
                  </a:cubicBezTo>
                  <a:cubicBezTo>
                    <a:pt x="856" y="3120"/>
                    <a:pt x="1480" y="3493"/>
                    <a:pt x="2135" y="3493"/>
                  </a:cubicBezTo>
                  <a:cubicBezTo>
                    <a:pt x="2386" y="3493"/>
                    <a:pt x="2641" y="3438"/>
                    <a:pt x="2884" y="3322"/>
                  </a:cubicBezTo>
                  <a:cubicBezTo>
                    <a:pt x="4290" y="2664"/>
                    <a:pt x="4198" y="638"/>
                    <a:pt x="2738" y="109"/>
                  </a:cubicBezTo>
                  <a:cubicBezTo>
                    <a:pt x="2531" y="35"/>
                    <a:pt x="2327" y="1"/>
                    <a:pt x="21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9825" lIns="91425" spcFirstLastPara="1" rIns="91425" wrap="square" tIns="69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3" name="Google Shape;553;p2"/>
            <p:cNvSpPr/>
            <p:nvPr/>
          </p:nvSpPr>
          <p:spPr>
            <a:xfrm>
              <a:off x="1522080" y="2980080"/>
              <a:ext cx="64800" cy="52200"/>
            </a:xfrm>
            <a:custGeom>
              <a:rect b="b" l="l" r="r" t="t"/>
              <a:pathLst>
                <a:path extrusionOk="0" h="1315" w="1626">
                  <a:moveTo>
                    <a:pt x="795" y="1"/>
                  </a:moveTo>
                  <a:cubicBezTo>
                    <a:pt x="347" y="1"/>
                    <a:pt x="1" y="482"/>
                    <a:pt x="220" y="937"/>
                  </a:cubicBezTo>
                  <a:cubicBezTo>
                    <a:pt x="338" y="1173"/>
                    <a:pt x="570" y="1315"/>
                    <a:pt x="813" y="1315"/>
                  </a:cubicBezTo>
                  <a:cubicBezTo>
                    <a:pt x="908" y="1315"/>
                    <a:pt x="1004" y="1293"/>
                    <a:pt x="1096" y="1247"/>
                  </a:cubicBezTo>
                  <a:cubicBezTo>
                    <a:pt x="1626" y="991"/>
                    <a:pt x="1589" y="243"/>
                    <a:pt x="1023" y="42"/>
                  </a:cubicBezTo>
                  <a:cubicBezTo>
                    <a:pt x="946" y="14"/>
                    <a:pt x="869" y="1"/>
                    <a:pt x="795" y="1"/>
                  </a:cubicBezTo>
                  <a:close/>
                </a:path>
              </a:pathLst>
            </a:custGeom>
            <a:solidFill>
              <a:srgbClr val="202632"/>
            </a:solidFill>
            <a:ln>
              <a:noFill/>
            </a:ln>
          </p:spPr>
          <p:txBody>
            <a:bodyPr anchorCtr="0" anchor="ctr" bIns="26275" lIns="91425" spcFirstLastPara="1" rIns="91425" wrap="square" tIns="2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4" name="Google Shape;554;p2"/>
            <p:cNvSpPr/>
            <p:nvPr/>
          </p:nvSpPr>
          <p:spPr>
            <a:xfrm>
              <a:off x="3313080" y="2965680"/>
              <a:ext cx="361800" cy="685080"/>
            </a:xfrm>
            <a:custGeom>
              <a:rect b="b" l="l" r="r" t="t"/>
              <a:pathLst>
                <a:path extrusionOk="0" h="17142" w="9056">
                  <a:moveTo>
                    <a:pt x="7741" y="0"/>
                  </a:moveTo>
                  <a:lnTo>
                    <a:pt x="7339" y="92"/>
                  </a:lnTo>
                  <a:lnTo>
                    <a:pt x="6792" y="220"/>
                  </a:lnTo>
                  <a:cubicBezTo>
                    <a:pt x="6828" y="384"/>
                    <a:pt x="6865" y="548"/>
                    <a:pt x="6901" y="712"/>
                  </a:cubicBezTo>
                  <a:cubicBezTo>
                    <a:pt x="6974" y="1059"/>
                    <a:pt x="7047" y="1424"/>
                    <a:pt x="7102" y="1771"/>
                  </a:cubicBezTo>
                  <a:cubicBezTo>
                    <a:pt x="7978" y="6901"/>
                    <a:pt x="7376" y="10753"/>
                    <a:pt x="5277" y="13217"/>
                  </a:cubicBezTo>
                  <a:cubicBezTo>
                    <a:pt x="4236" y="14458"/>
                    <a:pt x="2794" y="15371"/>
                    <a:pt x="987" y="15919"/>
                  </a:cubicBezTo>
                  <a:cubicBezTo>
                    <a:pt x="658" y="16339"/>
                    <a:pt x="329" y="16740"/>
                    <a:pt x="1" y="17142"/>
                  </a:cubicBezTo>
                  <a:cubicBezTo>
                    <a:pt x="2593" y="16613"/>
                    <a:pt x="4601" y="15499"/>
                    <a:pt x="6007" y="13838"/>
                  </a:cubicBezTo>
                  <a:cubicBezTo>
                    <a:pt x="8453" y="10954"/>
                    <a:pt x="9055" y="6463"/>
                    <a:pt x="7832" y="457"/>
                  </a:cubicBezTo>
                  <a:cubicBezTo>
                    <a:pt x="7796" y="311"/>
                    <a:pt x="7759" y="165"/>
                    <a:pt x="7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5" name="Google Shape;555;p2"/>
            <p:cNvSpPr/>
            <p:nvPr/>
          </p:nvSpPr>
          <p:spPr>
            <a:xfrm>
              <a:off x="3287880" y="2490480"/>
              <a:ext cx="414000" cy="312120"/>
            </a:xfrm>
            <a:custGeom>
              <a:rect b="b" l="l" r="r" t="t"/>
              <a:pathLst>
                <a:path extrusionOk="0" h="7815" w="10363">
                  <a:moveTo>
                    <a:pt x="10052" y="0"/>
                  </a:moveTo>
                  <a:cubicBezTo>
                    <a:pt x="9888" y="0"/>
                    <a:pt x="9760" y="128"/>
                    <a:pt x="9760" y="292"/>
                  </a:cubicBezTo>
                  <a:lnTo>
                    <a:pt x="9779" y="4035"/>
                  </a:lnTo>
                  <a:lnTo>
                    <a:pt x="9779" y="4163"/>
                  </a:lnTo>
                  <a:cubicBezTo>
                    <a:pt x="9724" y="5167"/>
                    <a:pt x="9085" y="6043"/>
                    <a:pt x="8136" y="6390"/>
                  </a:cubicBezTo>
                  <a:cubicBezTo>
                    <a:pt x="8081" y="6408"/>
                    <a:pt x="8008" y="6426"/>
                    <a:pt x="7953" y="6444"/>
                  </a:cubicBezTo>
                  <a:lnTo>
                    <a:pt x="5270" y="7156"/>
                  </a:lnTo>
                  <a:cubicBezTo>
                    <a:pt x="5055" y="7216"/>
                    <a:pt x="4838" y="7244"/>
                    <a:pt x="4622" y="7244"/>
                  </a:cubicBezTo>
                  <a:cubicBezTo>
                    <a:pt x="3775" y="7244"/>
                    <a:pt x="2964" y="6803"/>
                    <a:pt x="2513" y="6061"/>
                  </a:cubicBezTo>
                  <a:cubicBezTo>
                    <a:pt x="2495" y="6043"/>
                    <a:pt x="2477" y="6025"/>
                    <a:pt x="2477" y="6006"/>
                  </a:cubicBezTo>
                  <a:lnTo>
                    <a:pt x="596" y="2775"/>
                  </a:lnTo>
                  <a:cubicBezTo>
                    <a:pt x="535" y="2670"/>
                    <a:pt x="441" y="2626"/>
                    <a:pt x="350" y="2626"/>
                  </a:cubicBezTo>
                  <a:cubicBezTo>
                    <a:pt x="172" y="2626"/>
                    <a:pt x="1" y="2795"/>
                    <a:pt x="85" y="3012"/>
                  </a:cubicBezTo>
                  <a:cubicBezTo>
                    <a:pt x="85" y="3031"/>
                    <a:pt x="85" y="3049"/>
                    <a:pt x="103" y="3049"/>
                  </a:cubicBezTo>
                  <a:lnTo>
                    <a:pt x="1965" y="6280"/>
                  </a:lnTo>
                  <a:cubicBezTo>
                    <a:pt x="1984" y="6317"/>
                    <a:pt x="2002" y="6353"/>
                    <a:pt x="2039" y="6371"/>
                  </a:cubicBezTo>
                  <a:cubicBezTo>
                    <a:pt x="2294" y="6791"/>
                    <a:pt x="2641" y="7138"/>
                    <a:pt x="3061" y="7375"/>
                  </a:cubicBezTo>
                  <a:cubicBezTo>
                    <a:pt x="3152" y="7448"/>
                    <a:pt x="3262" y="7485"/>
                    <a:pt x="3371" y="7540"/>
                  </a:cubicBezTo>
                  <a:cubicBezTo>
                    <a:pt x="3462" y="7576"/>
                    <a:pt x="3554" y="7613"/>
                    <a:pt x="3645" y="7649"/>
                  </a:cubicBezTo>
                  <a:cubicBezTo>
                    <a:pt x="3966" y="7760"/>
                    <a:pt x="4293" y="7815"/>
                    <a:pt x="4619" y="7815"/>
                  </a:cubicBezTo>
                  <a:cubicBezTo>
                    <a:pt x="4886" y="7815"/>
                    <a:pt x="5153" y="7778"/>
                    <a:pt x="5416" y="7704"/>
                  </a:cubicBezTo>
                  <a:lnTo>
                    <a:pt x="8099" y="6974"/>
                  </a:lnTo>
                  <a:lnTo>
                    <a:pt x="8172" y="6956"/>
                  </a:lnTo>
                  <a:cubicBezTo>
                    <a:pt x="8720" y="6791"/>
                    <a:pt x="9213" y="6481"/>
                    <a:pt x="9596" y="6043"/>
                  </a:cubicBezTo>
                  <a:cubicBezTo>
                    <a:pt x="9669" y="5970"/>
                    <a:pt x="9724" y="5897"/>
                    <a:pt x="9797" y="5824"/>
                  </a:cubicBezTo>
                  <a:cubicBezTo>
                    <a:pt x="9852" y="5733"/>
                    <a:pt x="9925" y="5623"/>
                    <a:pt x="9979" y="5532"/>
                  </a:cubicBezTo>
                  <a:cubicBezTo>
                    <a:pt x="10199" y="5112"/>
                    <a:pt x="10326" y="4655"/>
                    <a:pt x="10363" y="4181"/>
                  </a:cubicBezTo>
                  <a:lnTo>
                    <a:pt x="10363" y="4035"/>
                  </a:lnTo>
                  <a:lnTo>
                    <a:pt x="10326" y="292"/>
                  </a:lnTo>
                  <a:cubicBezTo>
                    <a:pt x="10326" y="274"/>
                    <a:pt x="10326" y="274"/>
                    <a:pt x="10326" y="256"/>
                  </a:cubicBezTo>
                  <a:cubicBezTo>
                    <a:pt x="10308" y="110"/>
                    <a:pt x="10199" y="0"/>
                    <a:pt x="100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6" name="Google Shape;556;p2"/>
            <p:cNvSpPr/>
            <p:nvPr/>
          </p:nvSpPr>
          <p:spPr>
            <a:xfrm>
              <a:off x="3469320" y="2165400"/>
              <a:ext cx="233280" cy="687600"/>
            </a:xfrm>
            <a:custGeom>
              <a:rect b="b" l="l" r="r" t="t"/>
              <a:pathLst>
                <a:path extrusionOk="0" h="17199" w="5843">
                  <a:moveTo>
                    <a:pt x="2245" y="1"/>
                  </a:moveTo>
                  <a:cubicBezTo>
                    <a:pt x="1934" y="1"/>
                    <a:pt x="1616" y="42"/>
                    <a:pt x="1297" y="130"/>
                  </a:cubicBezTo>
                  <a:lnTo>
                    <a:pt x="256" y="404"/>
                  </a:lnTo>
                  <a:cubicBezTo>
                    <a:pt x="92" y="440"/>
                    <a:pt x="0" y="604"/>
                    <a:pt x="55" y="769"/>
                  </a:cubicBezTo>
                  <a:cubicBezTo>
                    <a:pt x="86" y="893"/>
                    <a:pt x="210" y="977"/>
                    <a:pt x="336" y="977"/>
                  </a:cubicBezTo>
                  <a:cubicBezTo>
                    <a:pt x="358" y="977"/>
                    <a:pt x="380" y="975"/>
                    <a:pt x="402" y="969"/>
                  </a:cubicBezTo>
                  <a:lnTo>
                    <a:pt x="1443" y="677"/>
                  </a:lnTo>
                  <a:cubicBezTo>
                    <a:pt x="1707" y="606"/>
                    <a:pt x="1970" y="573"/>
                    <a:pt x="2228" y="573"/>
                  </a:cubicBezTo>
                  <a:cubicBezTo>
                    <a:pt x="3823" y="573"/>
                    <a:pt x="5203" y="1862"/>
                    <a:pt x="5203" y="3543"/>
                  </a:cubicBezTo>
                  <a:lnTo>
                    <a:pt x="5276" y="16888"/>
                  </a:lnTo>
                  <a:cubicBezTo>
                    <a:pt x="5276" y="17052"/>
                    <a:pt x="5404" y="17180"/>
                    <a:pt x="5568" y="17180"/>
                  </a:cubicBezTo>
                  <a:lnTo>
                    <a:pt x="5568" y="17198"/>
                  </a:lnTo>
                  <a:cubicBezTo>
                    <a:pt x="5714" y="17180"/>
                    <a:pt x="5842" y="17052"/>
                    <a:pt x="5842" y="16906"/>
                  </a:cubicBezTo>
                  <a:lnTo>
                    <a:pt x="5787" y="3543"/>
                  </a:lnTo>
                  <a:cubicBezTo>
                    <a:pt x="5772" y="1536"/>
                    <a:pt x="4140" y="1"/>
                    <a:pt x="22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7" name="Google Shape;557;p2"/>
            <p:cNvSpPr/>
            <p:nvPr/>
          </p:nvSpPr>
          <p:spPr>
            <a:xfrm>
              <a:off x="3147480" y="2224080"/>
              <a:ext cx="336960" cy="687960"/>
            </a:xfrm>
            <a:custGeom>
              <a:rect b="b" l="l" r="r" t="t"/>
              <a:pathLst>
                <a:path extrusionOk="0" h="17215" w="8435">
                  <a:moveTo>
                    <a:pt x="4470" y="0"/>
                  </a:moveTo>
                  <a:cubicBezTo>
                    <a:pt x="4437" y="0"/>
                    <a:pt x="4401" y="6"/>
                    <a:pt x="4364" y="19"/>
                  </a:cubicBezTo>
                  <a:lnTo>
                    <a:pt x="3323" y="292"/>
                  </a:lnTo>
                  <a:cubicBezTo>
                    <a:pt x="1060" y="913"/>
                    <a:pt x="1" y="3487"/>
                    <a:pt x="1169" y="5513"/>
                  </a:cubicBezTo>
                  <a:lnTo>
                    <a:pt x="3597" y="9694"/>
                  </a:lnTo>
                  <a:lnTo>
                    <a:pt x="5551" y="13053"/>
                  </a:lnTo>
                  <a:lnTo>
                    <a:pt x="6226" y="14258"/>
                  </a:lnTo>
                  <a:lnTo>
                    <a:pt x="7869" y="17069"/>
                  </a:lnTo>
                  <a:cubicBezTo>
                    <a:pt x="7905" y="17160"/>
                    <a:pt x="8015" y="17215"/>
                    <a:pt x="8106" y="17215"/>
                  </a:cubicBezTo>
                  <a:cubicBezTo>
                    <a:pt x="8161" y="17215"/>
                    <a:pt x="8216" y="17197"/>
                    <a:pt x="8252" y="17178"/>
                  </a:cubicBezTo>
                  <a:cubicBezTo>
                    <a:pt x="8398" y="17087"/>
                    <a:pt x="8435" y="16923"/>
                    <a:pt x="8362" y="16777"/>
                  </a:cubicBezTo>
                  <a:lnTo>
                    <a:pt x="6883" y="14239"/>
                  </a:lnTo>
                  <a:lnTo>
                    <a:pt x="6737" y="13984"/>
                  </a:lnTo>
                  <a:lnTo>
                    <a:pt x="6025" y="12761"/>
                  </a:lnTo>
                  <a:lnTo>
                    <a:pt x="1680" y="5221"/>
                  </a:lnTo>
                  <a:cubicBezTo>
                    <a:pt x="695" y="3524"/>
                    <a:pt x="1571" y="1369"/>
                    <a:pt x="3469" y="858"/>
                  </a:cubicBezTo>
                  <a:lnTo>
                    <a:pt x="4510" y="566"/>
                  </a:lnTo>
                  <a:cubicBezTo>
                    <a:pt x="4872" y="484"/>
                    <a:pt x="4774" y="0"/>
                    <a:pt x="44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8" name="Google Shape;558;p2"/>
            <p:cNvSpPr/>
            <p:nvPr/>
          </p:nvSpPr>
          <p:spPr>
            <a:xfrm>
              <a:off x="3389760" y="2711520"/>
              <a:ext cx="320760" cy="288000"/>
            </a:xfrm>
            <a:custGeom>
              <a:rect b="b" l="l" r="r" t="t"/>
              <a:pathLst>
                <a:path extrusionOk="0" h="7213" w="8033">
                  <a:moveTo>
                    <a:pt x="7047" y="1"/>
                  </a:moveTo>
                  <a:lnTo>
                    <a:pt x="7047" y="530"/>
                  </a:lnTo>
                  <a:lnTo>
                    <a:pt x="7065" y="4601"/>
                  </a:lnTo>
                  <a:cubicBezTo>
                    <a:pt x="7065" y="5130"/>
                    <a:pt x="6719" y="5587"/>
                    <a:pt x="6207" y="5733"/>
                  </a:cubicBezTo>
                  <a:lnTo>
                    <a:pt x="5477" y="5934"/>
                  </a:lnTo>
                  <a:lnTo>
                    <a:pt x="4455" y="6207"/>
                  </a:lnTo>
                  <a:cubicBezTo>
                    <a:pt x="4349" y="6238"/>
                    <a:pt x="4242" y="6252"/>
                    <a:pt x="4137" y="6252"/>
                  </a:cubicBezTo>
                  <a:cubicBezTo>
                    <a:pt x="3736" y="6252"/>
                    <a:pt x="3361" y="6040"/>
                    <a:pt x="3159" y="5678"/>
                  </a:cubicBezTo>
                  <a:lnTo>
                    <a:pt x="1096" y="2137"/>
                  </a:lnTo>
                  <a:lnTo>
                    <a:pt x="840" y="1680"/>
                  </a:lnTo>
                  <a:lnTo>
                    <a:pt x="676" y="1771"/>
                  </a:lnTo>
                  <a:lnTo>
                    <a:pt x="512" y="1863"/>
                  </a:lnTo>
                  <a:lnTo>
                    <a:pt x="165" y="2064"/>
                  </a:lnTo>
                  <a:lnTo>
                    <a:pt x="1" y="2155"/>
                  </a:lnTo>
                  <a:lnTo>
                    <a:pt x="2319" y="6153"/>
                  </a:lnTo>
                  <a:cubicBezTo>
                    <a:pt x="2700" y="6812"/>
                    <a:pt x="3411" y="7213"/>
                    <a:pt x="4149" y="7213"/>
                  </a:cubicBezTo>
                  <a:cubicBezTo>
                    <a:pt x="4330" y="7213"/>
                    <a:pt x="4512" y="7189"/>
                    <a:pt x="4692" y="7138"/>
                  </a:cubicBezTo>
                  <a:lnTo>
                    <a:pt x="4984" y="7065"/>
                  </a:lnTo>
                  <a:lnTo>
                    <a:pt x="5349" y="6956"/>
                  </a:lnTo>
                  <a:lnTo>
                    <a:pt x="5897" y="6810"/>
                  </a:lnTo>
                  <a:lnTo>
                    <a:pt x="6463" y="6664"/>
                  </a:lnTo>
                  <a:cubicBezTo>
                    <a:pt x="7394" y="6408"/>
                    <a:pt x="8033" y="5568"/>
                    <a:pt x="8033" y="4601"/>
                  </a:cubicBezTo>
                  <a:lnTo>
                    <a:pt x="80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9" name="Google Shape;559;p2"/>
            <p:cNvSpPr/>
            <p:nvPr/>
          </p:nvSpPr>
          <p:spPr>
            <a:xfrm>
              <a:off x="2155320" y="1702080"/>
              <a:ext cx="509400" cy="339120"/>
            </a:xfrm>
            <a:custGeom>
              <a:rect b="b" l="l" r="r" t="t"/>
              <a:pathLst>
                <a:path extrusionOk="0" h="8490" w="12743">
                  <a:moveTo>
                    <a:pt x="7467" y="1"/>
                  </a:moveTo>
                  <a:cubicBezTo>
                    <a:pt x="3724" y="1"/>
                    <a:pt x="2830" y="2940"/>
                    <a:pt x="0" y="3214"/>
                  </a:cubicBezTo>
                  <a:lnTo>
                    <a:pt x="1935" y="8490"/>
                  </a:lnTo>
                  <a:lnTo>
                    <a:pt x="11373" y="8490"/>
                  </a:lnTo>
                  <a:lnTo>
                    <a:pt x="12742" y="3177"/>
                  </a:lnTo>
                  <a:cubicBezTo>
                    <a:pt x="10406" y="2392"/>
                    <a:pt x="10132" y="1"/>
                    <a:pt x="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0" name="Google Shape;560;p2"/>
            <p:cNvSpPr/>
            <p:nvPr/>
          </p:nvSpPr>
          <p:spPr>
            <a:xfrm>
              <a:off x="2453760" y="1809360"/>
              <a:ext cx="39960" cy="108360"/>
            </a:xfrm>
            <a:custGeom>
              <a:rect b="b" l="l" r="r" t="t"/>
              <a:pathLst>
                <a:path extrusionOk="0" h="2721" w="1005">
                  <a:moveTo>
                    <a:pt x="329" y="0"/>
                  </a:moveTo>
                  <a:lnTo>
                    <a:pt x="1" y="2611"/>
                  </a:lnTo>
                  <a:lnTo>
                    <a:pt x="859" y="2720"/>
                  </a:lnTo>
                  <a:lnTo>
                    <a:pt x="1005" y="7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6663"/>
            </a:solidFill>
            <a:ln>
              <a:noFill/>
            </a:ln>
          </p:spPr>
          <p:txBody>
            <a:bodyPr anchorCtr="0" anchor="ctr" bIns="54350" lIns="91425" spcFirstLastPara="1" rIns="91425" wrap="square" tIns="54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1" name="Google Shape;561;p2"/>
            <p:cNvSpPr/>
            <p:nvPr/>
          </p:nvSpPr>
          <p:spPr>
            <a:xfrm>
              <a:off x="2423160" y="1839960"/>
              <a:ext cx="108360" cy="39960"/>
            </a:xfrm>
            <a:custGeom>
              <a:rect b="b" l="l" r="r" t="t"/>
              <a:pathLst>
                <a:path extrusionOk="0" h="1005" w="2721">
                  <a:moveTo>
                    <a:pt x="92" y="0"/>
                  </a:moveTo>
                  <a:lnTo>
                    <a:pt x="1" y="858"/>
                  </a:lnTo>
                  <a:lnTo>
                    <a:pt x="2630" y="1004"/>
                  </a:lnTo>
                  <a:lnTo>
                    <a:pt x="2721" y="329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FF6663"/>
            </a:solidFill>
            <a:ln>
              <a:noFill/>
            </a:ln>
          </p:spPr>
          <p:txBody>
            <a:bodyPr anchorCtr="0" anchor="ctr" bIns="20150" lIns="91425" spcFirstLastPara="1" rIns="91425" wrap="square" tIns="20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2" name="Google Shape;562;p2"/>
            <p:cNvSpPr/>
            <p:nvPr/>
          </p:nvSpPr>
          <p:spPr>
            <a:xfrm>
              <a:off x="2832840" y="3432960"/>
              <a:ext cx="271080" cy="234720"/>
            </a:xfrm>
            <a:custGeom>
              <a:rect b="b" l="l" r="r" t="t"/>
              <a:pathLst>
                <a:path extrusionOk="0" h="5879" w="6791">
                  <a:moveTo>
                    <a:pt x="6681" y="1"/>
                  </a:moveTo>
                  <a:lnTo>
                    <a:pt x="6681" y="1"/>
                  </a:lnTo>
                  <a:cubicBezTo>
                    <a:pt x="3633" y="202"/>
                    <a:pt x="0" y="2830"/>
                    <a:pt x="0" y="2830"/>
                  </a:cubicBezTo>
                  <a:lnTo>
                    <a:pt x="1077" y="5879"/>
                  </a:lnTo>
                  <a:cubicBezTo>
                    <a:pt x="6791" y="2465"/>
                    <a:pt x="6681" y="1"/>
                    <a:pt x="6681" y="1"/>
                  </a:cubicBezTo>
                  <a:close/>
                </a:path>
              </a:pathLst>
            </a:custGeom>
            <a:solidFill>
              <a:srgbClr val="2026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3" name="Google Shape;563;p2"/>
            <p:cNvSpPr/>
            <p:nvPr/>
          </p:nvSpPr>
          <p:spPr>
            <a:xfrm>
              <a:off x="1563120" y="3445560"/>
              <a:ext cx="336240" cy="269640"/>
            </a:xfrm>
            <a:custGeom>
              <a:rect b="b" l="l" r="r" t="t"/>
              <a:pathLst>
                <a:path extrusionOk="0" h="6755" w="8417">
                  <a:moveTo>
                    <a:pt x="512" y="0"/>
                  </a:moveTo>
                  <a:cubicBezTo>
                    <a:pt x="512" y="0"/>
                    <a:pt x="0" y="3688"/>
                    <a:pt x="8270" y="6754"/>
                  </a:cubicBezTo>
                  <a:lnTo>
                    <a:pt x="8416" y="3268"/>
                  </a:lnTo>
                  <a:cubicBezTo>
                    <a:pt x="8416" y="3268"/>
                    <a:pt x="5094" y="73"/>
                    <a:pt x="512" y="0"/>
                  </a:cubicBezTo>
                  <a:close/>
                </a:path>
              </a:pathLst>
            </a:custGeom>
            <a:solidFill>
              <a:srgbClr val="2026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4" name="Google Shape;564;p2"/>
            <p:cNvSpPr/>
            <p:nvPr/>
          </p:nvSpPr>
          <p:spPr>
            <a:xfrm>
              <a:off x="1584360" y="2781720"/>
              <a:ext cx="1515240" cy="1334880"/>
            </a:xfrm>
            <a:custGeom>
              <a:rect b="b" l="l" r="r" t="t"/>
              <a:pathLst>
                <a:path extrusionOk="0" h="33386" w="37899">
                  <a:moveTo>
                    <a:pt x="16303" y="0"/>
                  </a:moveTo>
                  <a:cubicBezTo>
                    <a:pt x="16303" y="0"/>
                    <a:pt x="15591" y="146"/>
                    <a:pt x="14514" y="402"/>
                  </a:cubicBezTo>
                  <a:cubicBezTo>
                    <a:pt x="14002" y="530"/>
                    <a:pt x="13418" y="694"/>
                    <a:pt x="12779" y="858"/>
                  </a:cubicBezTo>
                  <a:cubicBezTo>
                    <a:pt x="10753" y="1424"/>
                    <a:pt x="8307" y="2209"/>
                    <a:pt x="6755" y="3140"/>
                  </a:cubicBezTo>
                  <a:cubicBezTo>
                    <a:pt x="4638" y="4418"/>
                    <a:pt x="2191" y="10460"/>
                    <a:pt x="895" y="14002"/>
                  </a:cubicBezTo>
                  <a:cubicBezTo>
                    <a:pt x="859" y="14111"/>
                    <a:pt x="841" y="14203"/>
                    <a:pt x="804" y="14294"/>
                  </a:cubicBezTo>
                  <a:cubicBezTo>
                    <a:pt x="311" y="15681"/>
                    <a:pt x="1" y="16612"/>
                    <a:pt x="1" y="16612"/>
                  </a:cubicBezTo>
                  <a:cubicBezTo>
                    <a:pt x="1" y="16612"/>
                    <a:pt x="512" y="16722"/>
                    <a:pt x="1297" y="16941"/>
                  </a:cubicBezTo>
                  <a:lnTo>
                    <a:pt x="1480" y="16996"/>
                  </a:lnTo>
                  <a:cubicBezTo>
                    <a:pt x="2593" y="17306"/>
                    <a:pt x="3707" y="17671"/>
                    <a:pt x="4784" y="18109"/>
                  </a:cubicBezTo>
                  <a:lnTo>
                    <a:pt x="4911" y="18182"/>
                  </a:lnTo>
                  <a:cubicBezTo>
                    <a:pt x="5806" y="18547"/>
                    <a:pt x="6646" y="18985"/>
                    <a:pt x="7431" y="19515"/>
                  </a:cubicBezTo>
                  <a:cubicBezTo>
                    <a:pt x="7577" y="19624"/>
                    <a:pt x="7686" y="19697"/>
                    <a:pt x="7759" y="19752"/>
                  </a:cubicBezTo>
                  <a:lnTo>
                    <a:pt x="7851" y="19825"/>
                  </a:lnTo>
                  <a:lnTo>
                    <a:pt x="7887" y="19843"/>
                  </a:lnTo>
                  <a:cubicBezTo>
                    <a:pt x="7997" y="19935"/>
                    <a:pt x="8106" y="20026"/>
                    <a:pt x="8197" y="20117"/>
                  </a:cubicBezTo>
                  <a:cubicBezTo>
                    <a:pt x="8270" y="20172"/>
                    <a:pt x="8307" y="20227"/>
                    <a:pt x="8380" y="20282"/>
                  </a:cubicBezTo>
                  <a:lnTo>
                    <a:pt x="7285" y="27219"/>
                  </a:lnTo>
                  <a:lnTo>
                    <a:pt x="6646" y="31216"/>
                  </a:lnTo>
                  <a:cubicBezTo>
                    <a:pt x="10405" y="32658"/>
                    <a:pt x="14375" y="33385"/>
                    <a:pt x="18354" y="33385"/>
                  </a:cubicBezTo>
                  <a:cubicBezTo>
                    <a:pt x="20674" y="33385"/>
                    <a:pt x="22998" y="33138"/>
                    <a:pt x="25284" y="32640"/>
                  </a:cubicBezTo>
                  <a:lnTo>
                    <a:pt x="25540" y="32567"/>
                  </a:lnTo>
                  <a:cubicBezTo>
                    <a:pt x="28570" y="31892"/>
                    <a:pt x="31491" y="30778"/>
                    <a:pt x="34193" y="29263"/>
                  </a:cubicBezTo>
                  <a:cubicBezTo>
                    <a:pt x="34047" y="28697"/>
                    <a:pt x="33901" y="28131"/>
                    <a:pt x="33754" y="27547"/>
                  </a:cubicBezTo>
                  <a:cubicBezTo>
                    <a:pt x="33280" y="25649"/>
                    <a:pt x="32750" y="23695"/>
                    <a:pt x="32294" y="22125"/>
                  </a:cubicBezTo>
                  <a:cubicBezTo>
                    <a:pt x="32039" y="21194"/>
                    <a:pt x="31728" y="20282"/>
                    <a:pt x="31363" y="19387"/>
                  </a:cubicBezTo>
                  <a:cubicBezTo>
                    <a:pt x="31363" y="19351"/>
                    <a:pt x="31345" y="19314"/>
                    <a:pt x="31327" y="19296"/>
                  </a:cubicBezTo>
                  <a:cubicBezTo>
                    <a:pt x="31308" y="19241"/>
                    <a:pt x="31272" y="19205"/>
                    <a:pt x="31254" y="19150"/>
                  </a:cubicBezTo>
                  <a:cubicBezTo>
                    <a:pt x="31235" y="19132"/>
                    <a:pt x="31235" y="19132"/>
                    <a:pt x="31217" y="19113"/>
                  </a:cubicBezTo>
                  <a:lnTo>
                    <a:pt x="31308" y="19058"/>
                  </a:lnTo>
                  <a:cubicBezTo>
                    <a:pt x="31345" y="19040"/>
                    <a:pt x="31436" y="19004"/>
                    <a:pt x="31473" y="18967"/>
                  </a:cubicBezTo>
                  <a:cubicBezTo>
                    <a:pt x="31509" y="18949"/>
                    <a:pt x="31546" y="18931"/>
                    <a:pt x="31582" y="18912"/>
                  </a:cubicBezTo>
                  <a:cubicBezTo>
                    <a:pt x="32896" y="18219"/>
                    <a:pt x="34229" y="17598"/>
                    <a:pt x="35616" y="17050"/>
                  </a:cubicBezTo>
                  <a:lnTo>
                    <a:pt x="35653" y="17032"/>
                  </a:lnTo>
                  <a:cubicBezTo>
                    <a:pt x="35909" y="16941"/>
                    <a:pt x="36164" y="16850"/>
                    <a:pt x="36420" y="16758"/>
                  </a:cubicBezTo>
                  <a:lnTo>
                    <a:pt x="36493" y="16722"/>
                  </a:lnTo>
                  <a:lnTo>
                    <a:pt x="36621" y="16685"/>
                  </a:lnTo>
                  <a:cubicBezTo>
                    <a:pt x="37040" y="16539"/>
                    <a:pt x="37479" y="16411"/>
                    <a:pt x="37898" y="16284"/>
                  </a:cubicBezTo>
                  <a:cubicBezTo>
                    <a:pt x="37898" y="16284"/>
                    <a:pt x="37570" y="15426"/>
                    <a:pt x="37077" y="14148"/>
                  </a:cubicBezTo>
                  <a:lnTo>
                    <a:pt x="36967" y="13892"/>
                  </a:lnTo>
                  <a:cubicBezTo>
                    <a:pt x="35397" y="10095"/>
                    <a:pt x="32239" y="3067"/>
                    <a:pt x="30396" y="2538"/>
                  </a:cubicBezTo>
                  <a:cubicBezTo>
                    <a:pt x="29465" y="2264"/>
                    <a:pt x="28497" y="2026"/>
                    <a:pt x="27603" y="1807"/>
                  </a:cubicBezTo>
                  <a:cubicBezTo>
                    <a:pt x="27128" y="1680"/>
                    <a:pt x="26672" y="1588"/>
                    <a:pt x="26233" y="1479"/>
                  </a:cubicBezTo>
                  <a:lnTo>
                    <a:pt x="25229" y="1260"/>
                  </a:lnTo>
                  <a:cubicBezTo>
                    <a:pt x="23933" y="986"/>
                    <a:pt x="23057" y="822"/>
                    <a:pt x="23057" y="822"/>
                  </a:cubicBezTo>
                  <a:lnTo>
                    <a:pt x="21158" y="584"/>
                  </a:lnTo>
                  <a:lnTo>
                    <a:pt x="163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5" name="Google Shape;565;p2"/>
            <p:cNvSpPr/>
            <p:nvPr/>
          </p:nvSpPr>
          <p:spPr>
            <a:xfrm>
              <a:off x="2710800" y="3052440"/>
              <a:ext cx="133200" cy="488520"/>
            </a:xfrm>
            <a:custGeom>
              <a:rect b="b" l="l" r="r" t="t"/>
              <a:pathLst>
                <a:path extrusionOk="0" h="12225" w="3342">
                  <a:moveTo>
                    <a:pt x="379" y="0"/>
                  </a:moveTo>
                  <a:cubicBezTo>
                    <a:pt x="367" y="0"/>
                    <a:pt x="354" y="6"/>
                    <a:pt x="347" y="20"/>
                  </a:cubicBezTo>
                  <a:cubicBezTo>
                    <a:pt x="92" y="367"/>
                    <a:pt x="92" y="988"/>
                    <a:pt x="55" y="1444"/>
                  </a:cubicBezTo>
                  <a:cubicBezTo>
                    <a:pt x="0" y="1992"/>
                    <a:pt x="0" y="2539"/>
                    <a:pt x="37" y="3087"/>
                  </a:cubicBezTo>
                  <a:cubicBezTo>
                    <a:pt x="146" y="4054"/>
                    <a:pt x="457" y="4985"/>
                    <a:pt x="968" y="5825"/>
                  </a:cubicBezTo>
                  <a:cubicBezTo>
                    <a:pt x="1461" y="6647"/>
                    <a:pt x="2063" y="7377"/>
                    <a:pt x="2465" y="8253"/>
                  </a:cubicBezTo>
                  <a:cubicBezTo>
                    <a:pt x="3031" y="9476"/>
                    <a:pt x="2921" y="10718"/>
                    <a:pt x="2720" y="12014"/>
                  </a:cubicBezTo>
                  <a:cubicBezTo>
                    <a:pt x="2710" y="12149"/>
                    <a:pt x="2800" y="12225"/>
                    <a:pt x="2886" y="12225"/>
                  </a:cubicBezTo>
                  <a:cubicBezTo>
                    <a:pt x="2952" y="12225"/>
                    <a:pt x="3015" y="12181"/>
                    <a:pt x="3031" y="12087"/>
                  </a:cubicBezTo>
                  <a:cubicBezTo>
                    <a:pt x="3195" y="11010"/>
                    <a:pt x="3341" y="9878"/>
                    <a:pt x="3013" y="8801"/>
                  </a:cubicBezTo>
                  <a:cubicBezTo>
                    <a:pt x="2720" y="7906"/>
                    <a:pt x="2191" y="7140"/>
                    <a:pt x="1698" y="6391"/>
                  </a:cubicBezTo>
                  <a:cubicBezTo>
                    <a:pt x="1114" y="5515"/>
                    <a:pt x="585" y="4639"/>
                    <a:pt x="384" y="3562"/>
                  </a:cubicBezTo>
                  <a:cubicBezTo>
                    <a:pt x="256" y="2886"/>
                    <a:pt x="238" y="2192"/>
                    <a:pt x="311" y="1499"/>
                  </a:cubicBezTo>
                  <a:cubicBezTo>
                    <a:pt x="347" y="1042"/>
                    <a:pt x="530" y="476"/>
                    <a:pt x="420" y="38"/>
                  </a:cubicBezTo>
                  <a:cubicBezTo>
                    <a:pt x="420" y="16"/>
                    <a:pt x="399" y="0"/>
                    <a:pt x="3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6" name="Google Shape;566;p2"/>
            <p:cNvSpPr/>
            <p:nvPr/>
          </p:nvSpPr>
          <p:spPr>
            <a:xfrm>
              <a:off x="2818440" y="3325680"/>
              <a:ext cx="239760" cy="80640"/>
            </a:xfrm>
            <a:custGeom>
              <a:rect b="b" l="l" r="r" t="t"/>
              <a:pathLst>
                <a:path extrusionOk="0" h="2029" w="6002">
                  <a:moveTo>
                    <a:pt x="5874" y="0"/>
                  </a:moveTo>
                  <a:cubicBezTo>
                    <a:pt x="4852" y="110"/>
                    <a:pt x="3866" y="311"/>
                    <a:pt x="2898" y="621"/>
                  </a:cubicBezTo>
                  <a:cubicBezTo>
                    <a:pt x="1894" y="895"/>
                    <a:pt x="945" y="1315"/>
                    <a:pt x="69" y="1862"/>
                  </a:cubicBezTo>
                  <a:cubicBezTo>
                    <a:pt x="1" y="1913"/>
                    <a:pt x="44" y="2028"/>
                    <a:pt x="110" y="2028"/>
                  </a:cubicBezTo>
                  <a:cubicBezTo>
                    <a:pt x="114" y="2028"/>
                    <a:pt x="119" y="2028"/>
                    <a:pt x="124" y="2027"/>
                  </a:cubicBezTo>
                  <a:cubicBezTo>
                    <a:pt x="1036" y="1643"/>
                    <a:pt x="1949" y="1187"/>
                    <a:pt x="2880" y="895"/>
                  </a:cubicBezTo>
                  <a:cubicBezTo>
                    <a:pt x="3848" y="603"/>
                    <a:pt x="4852" y="384"/>
                    <a:pt x="5874" y="274"/>
                  </a:cubicBezTo>
                  <a:cubicBezTo>
                    <a:pt x="6002" y="274"/>
                    <a:pt x="6002" y="0"/>
                    <a:pt x="58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0300" lIns="91425" spcFirstLastPara="1" rIns="91425" wrap="square" tIns="40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7" name="Google Shape;567;p2"/>
            <p:cNvSpPr/>
            <p:nvPr/>
          </p:nvSpPr>
          <p:spPr>
            <a:xfrm>
              <a:off x="2516040" y="3341880"/>
              <a:ext cx="91800" cy="745200"/>
            </a:xfrm>
            <a:custGeom>
              <a:rect b="b" l="l" r="r" t="t"/>
              <a:pathLst>
                <a:path extrusionOk="0" h="18640" w="2301">
                  <a:moveTo>
                    <a:pt x="92" y="1"/>
                  </a:moveTo>
                  <a:cubicBezTo>
                    <a:pt x="37" y="19"/>
                    <a:pt x="0" y="74"/>
                    <a:pt x="19" y="129"/>
                  </a:cubicBezTo>
                  <a:cubicBezTo>
                    <a:pt x="329" y="1699"/>
                    <a:pt x="658" y="3250"/>
                    <a:pt x="931" y="4820"/>
                  </a:cubicBezTo>
                  <a:cubicBezTo>
                    <a:pt x="1223" y="6463"/>
                    <a:pt x="1461" y="8106"/>
                    <a:pt x="1643" y="9786"/>
                  </a:cubicBezTo>
                  <a:cubicBezTo>
                    <a:pt x="1662" y="9859"/>
                    <a:pt x="1662" y="9913"/>
                    <a:pt x="1662" y="9986"/>
                  </a:cubicBezTo>
                  <a:cubicBezTo>
                    <a:pt x="1698" y="10351"/>
                    <a:pt x="1735" y="10698"/>
                    <a:pt x="1771" y="11063"/>
                  </a:cubicBezTo>
                  <a:lnTo>
                    <a:pt x="1771" y="11191"/>
                  </a:lnTo>
                  <a:cubicBezTo>
                    <a:pt x="1972" y="13656"/>
                    <a:pt x="2045" y="16157"/>
                    <a:pt x="1990" y="18639"/>
                  </a:cubicBezTo>
                  <a:lnTo>
                    <a:pt x="2246" y="18566"/>
                  </a:lnTo>
                  <a:cubicBezTo>
                    <a:pt x="2300" y="16102"/>
                    <a:pt x="2227" y="13619"/>
                    <a:pt x="2027" y="11155"/>
                  </a:cubicBezTo>
                  <a:cubicBezTo>
                    <a:pt x="1990" y="10735"/>
                    <a:pt x="1954" y="10333"/>
                    <a:pt x="1917" y="9932"/>
                  </a:cubicBezTo>
                  <a:cubicBezTo>
                    <a:pt x="1917" y="9895"/>
                    <a:pt x="1899" y="9859"/>
                    <a:pt x="1899" y="9822"/>
                  </a:cubicBezTo>
                  <a:cubicBezTo>
                    <a:pt x="1735" y="8197"/>
                    <a:pt x="1515" y="6591"/>
                    <a:pt x="1242" y="4966"/>
                  </a:cubicBezTo>
                  <a:cubicBezTo>
                    <a:pt x="1223" y="4930"/>
                    <a:pt x="1223" y="4875"/>
                    <a:pt x="1223" y="4838"/>
                  </a:cubicBezTo>
                  <a:cubicBezTo>
                    <a:pt x="950" y="3232"/>
                    <a:pt x="639" y="1626"/>
                    <a:pt x="201" y="74"/>
                  </a:cubicBezTo>
                  <a:cubicBezTo>
                    <a:pt x="201" y="37"/>
                    <a:pt x="183" y="19"/>
                    <a:pt x="1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8" name="Google Shape;568;p2"/>
            <p:cNvSpPr/>
            <p:nvPr/>
          </p:nvSpPr>
          <p:spPr>
            <a:xfrm>
              <a:off x="2631240" y="3219120"/>
              <a:ext cx="200520" cy="242640"/>
            </a:xfrm>
            <a:custGeom>
              <a:rect b="b" l="l" r="r" t="t"/>
              <a:pathLst>
                <a:path extrusionOk="0" fill="none" h="6080" w="5021">
                  <a:moveTo>
                    <a:pt x="1" y="5295"/>
                  </a:moveTo>
                  <a:cubicBezTo>
                    <a:pt x="1" y="5295"/>
                    <a:pt x="1461" y="6080"/>
                    <a:pt x="2118" y="5496"/>
                  </a:cubicBezTo>
                  <a:cubicBezTo>
                    <a:pt x="2794" y="4912"/>
                    <a:pt x="5021" y="1"/>
                    <a:pt x="5021" y="1"/>
                  </a:cubicBezTo>
                </a:path>
              </a:pathLst>
            </a:custGeom>
            <a:noFill/>
            <a:ln cap="flat" cmpd="sng" w="9525">
              <a:solidFill>
                <a:srgbClr val="E6EE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9" name="Google Shape;569;p2"/>
            <p:cNvSpPr/>
            <p:nvPr/>
          </p:nvSpPr>
          <p:spPr>
            <a:xfrm>
              <a:off x="2638440" y="3219120"/>
              <a:ext cx="200520" cy="243720"/>
            </a:xfrm>
            <a:custGeom>
              <a:rect b="b" l="l" r="r" t="t"/>
              <a:pathLst>
                <a:path extrusionOk="0" fill="none" h="6099" w="5021">
                  <a:moveTo>
                    <a:pt x="5020" y="5295"/>
                  </a:moveTo>
                  <a:cubicBezTo>
                    <a:pt x="5020" y="5295"/>
                    <a:pt x="3560" y="6098"/>
                    <a:pt x="2903" y="5514"/>
                  </a:cubicBezTo>
                  <a:cubicBezTo>
                    <a:pt x="2227" y="4930"/>
                    <a:pt x="0" y="1"/>
                    <a:pt x="0" y="1"/>
                  </a:cubicBezTo>
                </a:path>
              </a:pathLst>
            </a:custGeom>
            <a:noFill/>
            <a:ln cap="flat" cmpd="sng" w="9525">
              <a:solidFill>
                <a:srgbClr val="E6EE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0" name="Google Shape;570;p2"/>
            <p:cNvSpPr/>
            <p:nvPr/>
          </p:nvSpPr>
          <p:spPr>
            <a:xfrm>
              <a:off x="2558160" y="2986920"/>
              <a:ext cx="343440" cy="231840"/>
            </a:xfrm>
            <a:custGeom>
              <a:rect b="b" l="l" r="r" t="t"/>
              <a:pathLst>
                <a:path extrusionOk="0" fill="none" h="5806" w="8599">
                  <a:moveTo>
                    <a:pt x="2008" y="5806"/>
                  </a:moveTo>
                  <a:cubicBezTo>
                    <a:pt x="2008" y="5806"/>
                    <a:pt x="0" y="1"/>
                    <a:pt x="4290" y="1"/>
                  </a:cubicBezTo>
                  <a:cubicBezTo>
                    <a:pt x="8598" y="1"/>
                    <a:pt x="6846" y="5806"/>
                    <a:pt x="6846" y="5806"/>
                  </a:cubicBezTo>
                </a:path>
              </a:pathLst>
            </a:custGeom>
            <a:noFill/>
            <a:ln cap="flat" cmpd="sng" w="11400">
              <a:solidFill>
                <a:srgbClr val="2F4A8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1" name="Google Shape;571;p2"/>
            <p:cNvSpPr/>
            <p:nvPr/>
          </p:nvSpPr>
          <p:spPr>
            <a:xfrm>
              <a:off x="2482920" y="2733480"/>
              <a:ext cx="260280" cy="253080"/>
            </a:xfrm>
            <a:custGeom>
              <a:rect b="b" l="l" r="r" t="t"/>
              <a:pathLst>
                <a:path extrusionOk="0" fill="none" h="6335" w="6518">
                  <a:moveTo>
                    <a:pt x="6518" y="6335"/>
                  </a:moveTo>
                  <a:cubicBezTo>
                    <a:pt x="6518" y="6335"/>
                    <a:pt x="5605" y="0"/>
                    <a:pt x="1" y="1479"/>
                  </a:cubicBezTo>
                </a:path>
              </a:pathLst>
            </a:custGeom>
            <a:noFill/>
            <a:ln cap="flat" cmpd="sng" w="11400">
              <a:solidFill>
                <a:srgbClr val="2F4A8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2" name="Google Shape;572;p2"/>
            <p:cNvSpPr/>
            <p:nvPr/>
          </p:nvSpPr>
          <p:spPr>
            <a:xfrm>
              <a:off x="1985040" y="2845440"/>
              <a:ext cx="241920" cy="491760"/>
            </a:xfrm>
            <a:custGeom>
              <a:rect b="b" l="l" r="r" t="t"/>
              <a:pathLst>
                <a:path extrusionOk="0" fill="none" h="12305" w="6062">
                  <a:moveTo>
                    <a:pt x="5843" y="12304"/>
                  </a:moveTo>
                  <a:cubicBezTo>
                    <a:pt x="5843" y="12304"/>
                    <a:pt x="1" y="3597"/>
                    <a:pt x="6062" y="0"/>
                  </a:cubicBezTo>
                </a:path>
              </a:pathLst>
            </a:custGeom>
            <a:noFill/>
            <a:ln cap="flat" cmpd="sng" w="11400">
              <a:solidFill>
                <a:srgbClr val="2F4A8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3" name="Google Shape;573;p2"/>
            <p:cNvSpPr/>
            <p:nvPr/>
          </p:nvSpPr>
          <p:spPr>
            <a:xfrm>
              <a:off x="2134080" y="3264120"/>
              <a:ext cx="171720" cy="142920"/>
            </a:xfrm>
            <a:custGeom>
              <a:rect b="b" l="l" r="r" t="t"/>
              <a:pathLst>
                <a:path extrusionOk="0" h="3580" w="4301">
                  <a:moveTo>
                    <a:pt x="2283" y="0"/>
                  </a:moveTo>
                  <a:cubicBezTo>
                    <a:pt x="2150" y="0"/>
                    <a:pt x="2016" y="15"/>
                    <a:pt x="1881" y="46"/>
                  </a:cubicBezTo>
                  <a:cubicBezTo>
                    <a:pt x="330" y="430"/>
                    <a:pt x="1" y="2474"/>
                    <a:pt x="1352" y="3314"/>
                  </a:cubicBezTo>
                  <a:cubicBezTo>
                    <a:pt x="1654" y="3497"/>
                    <a:pt x="1972" y="3580"/>
                    <a:pt x="2280" y="3580"/>
                  </a:cubicBezTo>
                  <a:cubicBezTo>
                    <a:pt x="3351" y="3580"/>
                    <a:pt x="4301" y="2584"/>
                    <a:pt x="4017" y="1379"/>
                  </a:cubicBezTo>
                  <a:cubicBezTo>
                    <a:pt x="3829" y="548"/>
                    <a:pt x="3089" y="0"/>
                    <a:pt x="22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71625" lIns="91425" spcFirstLastPara="1" rIns="91425" wrap="square" tIns="71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4" name="Google Shape;574;p2"/>
            <p:cNvSpPr/>
            <p:nvPr/>
          </p:nvSpPr>
          <p:spPr>
            <a:xfrm>
              <a:off x="2179440" y="3298320"/>
              <a:ext cx="87120" cy="73080"/>
            </a:xfrm>
            <a:custGeom>
              <a:rect b="b" l="l" r="r" t="t"/>
              <a:pathLst>
                <a:path extrusionOk="0" h="1836" w="2187">
                  <a:moveTo>
                    <a:pt x="1174" y="0"/>
                  </a:moveTo>
                  <a:cubicBezTo>
                    <a:pt x="1100" y="0"/>
                    <a:pt x="1025" y="10"/>
                    <a:pt x="950" y="29"/>
                  </a:cubicBezTo>
                  <a:cubicBezTo>
                    <a:pt x="165" y="230"/>
                    <a:pt x="1" y="1270"/>
                    <a:pt x="676" y="1690"/>
                  </a:cubicBezTo>
                  <a:cubicBezTo>
                    <a:pt x="835" y="1791"/>
                    <a:pt x="1003" y="1835"/>
                    <a:pt x="1164" y="1835"/>
                  </a:cubicBezTo>
                  <a:cubicBezTo>
                    <a:pt x="1708" y="1835"/>
                    <a:pt x="2186" y="1328"/>
                    <a:pt x="2045" y="723"/>
                  </a:cubicBezTo>
                  <a:cubicBezTo>
                    <a:pt x="1952" y="289"/>
                    <a:pt x="1584" y="0"/>
                    <a:pt x="11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6700" lIns="91425" spcFirstLastPara="1" rIns="91425" wrap="square" tIns="3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5" name="Google Shape;575;p2"/>
            <p:cNvSpPr/>
            <p:nvPr/>
          </p:nvSpPr>
          <p:spPr>
            <a:xfrm>
              <a:off x="2087280" y="2671560"/>
              <a:ext cx="433440" cy="672120"/>
            </a:xfrm>
            <a:custGeom>
              <a:rect b="b" l="l" r="r" t="t"/>
              <a:pathLst>
                <a:path extrusionOk="0" h="16814" w="10845">
                  <a:moveTo>
                    <a:pt x="7996" y="1"/>
                  </a:moveTo>
                  <a:lnTo>
                    <a:pt x="1" y="3232"/>
                  </a:lnTo>
                  <a:cubicBezTo>
                    <a:pt x="1" y="3232"/>
                    <a:pt x="2830" y="9073"/>
                    <a:pt x="3159" y="9439"/>
                  </a:cubicBezTo>
                  <a:cubicBezTo>
                    <a:pt x="3256" y="9553"/>
                    <a:pt x="3415" y="9592"/>
                    <a:pt x="3588" y="9592"/>
                  </a:cubicBezTo>
                  <a:cubicBezTo>
                    <a:pt x="3970" y="9592"/>
                    <a:pt x="4418" y="9402"/>
                    <a:pt x="4418" y="9402"/>
                  </a:cubicBezTo>
                  <a:lnTo>
                    <a:pt x="4418" y="9402"/>
                  </a:lnTo>
                  <a:cubicBezTo>
                    <a:pt x="4418" y="9402"/>
                    <a:pt x="4108" y="10516"/>
                    <a:pt x="4564" y="11155"/>
                  </a:cubicBezTo>
                  <a:cubicBezTo>
                    <a:pt x="5021" y="11812"/>
                    <a:pt x="10844" y="16814"/>
                    <a:pt x="10844" y="16814"/>
                  </a:cubicBezTo>
                  <a:lnTo>
                    <a:pt x="799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6" name="Google Shape;576;p2"/>
            <p:cNvSpPr/>
            <p:nvPr/>
          </p:nvSpPr>
          <p:spPr>
            <a:xfrm>
              <a:off x="2414520" y="2711520"/>
              <a:ext cx="218880" cy="631080"/>
            </a:xfrm>
            <a:custGeom>
              <a:rect b="b" l="l" r="r" t="t"/>
              <a:pathLst>
                <a:path extrusionOk="0" h="15792" w="5478">
                  <a:moveTo>
                    <a:pt x="1" y="1"/>
                  </a:moveTo>
                  <a:lnTo>
                    <a:pt x="2648" y="15791"/>
                  </a:lnTo>
                  <a:cubicBezTo>
                    <a:pt x="2648" y="15791"/>
                    <a:pt x="4601" y="10023"/>
                    <a:pt x="4747" y="9311"/>
                  </a:cubicBezTo>
                  <a:cubicBezTo>
                    <a:pt x="4911" y="8599"/>
                    <a:pt x="4455" y="7704"/>
                    <a:pt x="4455" y="7704"/>
                  </a:cubicBezTo>
                  <a:lnTo>
                    <a:pt x="4455" y="7704"/>
                  </a:lnTo>
                  <a:cubicBezTo>
                    <a:pt x="4455" y="7704"/>
                    <a:pt x="4546" y="7718"/>
                    <a:pt x="4669" y="7718"/>
                  </a:cubicBezTo>
                  <a:cubicBezTo>
                    <a:pt x="4896" y="7718"/>
                    <a:pt x="5230" y="7672"/>
                    <a:pt x="5313" y="7412"/>
                  </a:cubicBezTo>
                  <a:cubicBezTo>
                    <a:pt x="5441" y="7029"/>
                    <a:pt x="5477" y="1370"/>
                    <a:pt x="5477" y="137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7" name="Google Shape;577;p2"/>
            <p:cNvSpPr/>
            <p:nvPr/>
          </p:nvSpPr>
          <p:spPr>
            <a:xfrm>
              <a:off x="2134800" y="2656080"/>
              <a:ext cx="460440" cy="471960"/>
            </a:xfrm>
            <a:custGeom>
              <a:rect b="b" l="l" r="r" t="t"/>
              <a:pathLst>
                <a:path extrusionOk="0" h="11812" w="11520">
                  <a:moveTo>
                    <a:pt x="2446" y="0"/>
                  </a:moveTo>
                  <a:cubicBezTo>
                    <a:pt x="2446" y="0"/>
                    <a:pt x="493" y="1497"/>
                    <a:pt x="237" y="2227"/>
                  </a:cubicBezTo>
                  <a:cubicBezTo>
                    <a:pt x="0" y="2976"/>
                    <a:pt x="5696" y="11811"/>
                    <a:pt x="5696" y="11811"/>
                  </a:cubicBezTo>
                  <a:lnTo>
                    <a:pt x="8398" y="10716"/>
                  </a:lnTo>
                  <a:lnTo>
                    <a:pt x="11519" y="11300"/>
                  </a:lnTo>
                  <a:cubicBezTo>
                    <a:pt x="11519" y="11300"/>
                    <a:pt x="11483" y="1534"/>
                    <a:pt x="11282" y="1388"/>
                  </a:cubicBezTo>
                  <a:cubicBezTo>
                    <a:pt x="10679" y="950"/>
                    <a:pt x="10040" y="621"/>
                    <a:pt x="9347" y="384"/>
                  </a:cubicBezTo>
                  <a:lnTo>
                    <a:pt x="24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8" name="Google Shape;578;p2"/>
            <p:cNvSpPr/>
            <p:nvPr/>
          </p:nvSpPr>
          <p:spPr>
            <a:xfrm>
              <a:off x="2389680" y="3052440"/>
              <a:ext cx="151560" cy="290160"/>
            </a:xfrm>
            <a:custGeom>
              <a:rect b="b" l="l" r="r" t="t"/>
              <a:pathLst>
                <a:path extrusionOk="0" h="7267" w="3798">
                  <a:moveTo>
                    <a:pt x="1534" y="1"/>
                  </a:moveTo>
                  <a:lnTo>
                    <a:pt x="0" y="1078"/>
                  </a:lnTo>
                  <a:lnTo>
                    <a:pt x="3286" y="7266"/>
                  </a:lnTo>
                  <a:lnTo>
                    <a:pt x="3797" y="841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9" name="Google Shape;579;p2"/>
            <p:cNvSpPr/>
            <p:nvPr/>
          </p:nvSpPr>
          <p:spPr>
            <a:xfrm>
              <a:off x="2400120" y="3084120"/>
              <a:ext cx="141480" cy="31680"/>
            </a:xfrm>
            <a:custGeom>
              <a:rect b="b" l="l" r="r" t="t"/>
              <a:pathLst>
                <a:path extrusionOk="0" h="802" w="3550">
                  <a:moveTo>
                    <a:pt x="1789" y="0"/>
                  </a:moveTo>
                  <a:cubicBezTo>
                    <a:pt x="1767" y="0"/>
                    <a:pt x="1748" y="5"/>
                    <a:pt x="1712" y="14"/>
                  </a:cubicBezTo>
                  <a:cubicBezTo>
                    <a:pt x="1146" y="251"/>
                    <a:pt x="562" y="343"/>
                    <a:pt x="51" y="708"/>
                  </a:cubicBezTo>
                  <a:cubicBezTo>
                    <a:pt x="1" y="724"/>
                    <a:pt x="26" y="801"/>
                    <a:pt x="73" y="801"/>
                  </a:cubicBezTo>
                  <a:cubicBezTo>
                    <a:pt x="77" y="801"/>
                    <a:pt x="82" y="801"/>
                    <a:pt x="87" y="799"/>
                  </a:cubicBezTo>
                  <a:cubicBezTo>
                    <a:pt x="671" y="689"/>
                    <a:pt x="1255" y="379"/>
                    <a:pt x="1803" y="160"/>
                  </a:cubicBezTo>
                  <a:cubicBezTo>
                    <a:pt x="2314" y="324"/>
                    <a:pt x="2880" y="343"/>
                    <a:pt x="3409" y="452"/>
                  </a:cubicBezTo>
                  <a:cubicBezTo>
                    <a:pt x="3415" y="453"/>
                    <a:pt x="3421" y="454"/>
                    <a:pt x="3426" y="454"/>
                  </a:cubicBezTo>
                  <a:cubicBezTo>
                    <a:pt x="3522" y="454"/>
                    <a:pt x="3550" y="305"/>
                    <a:pt x="3446" y="288"/>
                  </a:cubicBezTo>
                  <a:cubicBezTo>
                    <a:pt x="2971" y="178"/>
                    <a:pt x="2405" y="142"/>
                    <a:pt x="1894" y="14"/>
                  </a:cubicBezTo>
                  <a:cubicBezTo>
                    <a:pt x="1840" y="5"/>
                    <a:pt x="1812" y="0"/>
                    <a:pt x="1789" y="0"/>
                  </a:cubicBezTo>
                  <a:close/>
                </a:path>
              </a:pathLst>
            </a:custGeom>
            <a:solidFill>
              <a:srgbClr val="000840"/>
            </a:solidFill>
            <a:ln>
              <a:noFill/>
            </a:ln>
          </p:spPr>
          <p:txBody>
            <a:bodyPr anchorCtr="0" anchor="ctr" bIns="15825" lIns="91425" spcFirstLastPara="1" rIns="91425" wrap="square" tIns="15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0" name="Google Shape;580;p2"/>
            <p:cNvSpPr/>
            <p:nvPr/>
          </p:nvSpPr>
          <p:spPr>
            <a:xfrm>
              <a:off x="2235600" y="2334240"/>
              <a:ext cx="269640" cy="491040"/>
            </a:xfrm>
            <a:custGeom>
              <a:rect b="b" l="l" r="r" t="t"/>
              <a:pathLst>
                <a:path extrusionOk="0" h="12284" w="6755">
                  <a:moveTo>
                    <a:pt x="0" y="1"/>
                  </a:moveTo>
                  <a:lnTo>
                    <a:pt x="0" y="11173"/>
                  </a:lnTo>
                  <a:cubicBezTo>
                    <a:pt x="0" y="11173"/>
                    <a:pt x="1672" y="12283"/>
                    <a:pt x="4397" y="12283"/>
                  </a:cubicBezTo>
                  <a:cubicBezTo>
                    <a:pt x="5114" y="12283"/>
                    <a:pt x="5904" y="12206"/>
                    <a:pt x="6755" y="12013"/>
                  </a:cubicBezTo>
                  <a:lnTo>
                    <a:pt x="6554" y="1"/>
                  </a:ln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1" name="Google Shape;581;p2"/>
            <p:cNvSpPr/>
            <p:nvPr/>
          </p:nvSpPr>
          <p:spPr>
            <a:xfrm>
              <a:off x="2309400" y="2530080"/>
              <a:ext cx="196200" cy="284400"/>
            </a:xfrm>
            <a:custGeom>
              <a:rect b="b" l="l" r="r" t="t"/>
              <a:pathLst>
                <a:path extrusionOk="0" h="7120" w="4911">
                  <a:moveTo>
                    <a:pt x="0" y="0"/>
                  </a:moveTo>
                  <a:cubicBezTo>
                    <a:pt x="0" y="0"/>
                    <a:pt x="347" y="6554"/>
                    <a:pt x="4911" y="7120"/>
                  </a:cubicBezTo>
                  <a:lnTo>
                    <a:pt x="4801" y="0"/>
                  </a:lnTo>
                  <a:close/>
                </a:path>
              </a:pathLst>
            </a:custGeom>
            <a:solidFill>
              <a:srgbClr val="2026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2" name="Google Shape;582;p2"/>
            <p:cNvSpPr/>
            <p:nvPr/>
          </p:nvSpPr>
          <p:spPr>
            <a:xfrm>
              <a:off x="2235600" y="2781000"/>
              <a:ext cx="360" cy="360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</a:path>
              </a:pathLst>
            </a:custGeom>
            <a:solidFill>
              <a:srgbClr val="FF9D83"/>
            </a:solidFill>
            <a:ln>
              <a:noFill/>
            </a:ln>
          </p:spPr>
          <p:txBody>
            <a:bodyPr anchorCtr="0" anchor="ctr" bIns="350" lIns="91425" spcFirstLastPara="1" rIns="91425" wrap="square" tIns="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3" name="Google Shape;583;p2"/>
            <p:cNvSpPr/>
            <p:nvPr/>
          </p:nvSpPr>
          <p:spPr>
            <a:xfrm>
              <a:off x="2235600" y="2781000"/>
              <a:ext cx="269640" cy="302760"/>
            </a:xfrm>
            <a:custGeom>
              <a:rect b="b" l="l" r="r" t="t"/>
              <a:pathLst>
                <a:path extrusionOk="0" h="7577" w="6755">
                  <a:moveTo>
                    <a:pt x="0" y="1"/>
                  </a:moveTo>
                  <a:cubicBezTo>
                    <a:pt x="0" y="1"/>
                    <a:pt x="3086" y="6226"/>
                    <a:pt x="5897" y="7577"/>
                  </a:cubicBezTo>
                  <a:cubicBezTo>
                    <a:pt x="6317" y="5350"/>
                    <a:pt x="6609" y="3104"/>
                    <a:pt x="6755" y="84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4" name="Google Shape;584;p2"/>
            <p:cNvSpPr/>
            <p:nvPr/>
          </p:nvSpPr>
          <p:spPr>
            <a:xfrm>
              <a:off x="2217960" y="2151720"/>
              <a:ext cx="417960" cy="489960"/>
            </a:xfrm>
            <a:custGeom>
              <a:rect b="b" l="l" r="r" t="t"/>
              <a:pathLst>
                <a:path extrusionOk="0" h="12259" w="10461">
                  <a:moveTo>
                    <a:pt x="7366" y="0"/>
                  </a:moveTo>
                  <a:cubicBezTo>
                    <a:pt x="5488" y="0"/>
                    <a:pt x="2661" y="205"/>
                    <a:pt x="1954" y="531"/>
                  </a:cubicBezTo>
                  <a:cubicBezTo>
                    <a:pt x="1205" y="897"/>
                    <a:pt x="0" y="2722"/>
                    <a:pt x="55" y="5186"/>
                  </a:cubicBezTo>
                  <a:cubicBezTo>
                    <a:pt x="92" y="6592"/>
                    <a:pt x="730" y="8253"/>
                    <a:pt x="2027" y="9641"/>
                  </a:cubicBezTo>
                  <a:cubicBezTo>
                    <a:pt x="2027" y="9641"/>
                    <a:pt x="3841" y="12258"/>
                    <a:pt x="7026" y="12258"/>
                  </a:cubicBezTo>
                  <a:cubicBezTo>
                    <a:pt x="7370" y="12258"/>
                    <a:pt x="7730" y="12228"/>
                    <a:pt x="8106" y="12160"/>
                  </a:cubicBezTo>
                  <a:cubicBezTo>
                    <a:pt x="9292" y="11959"/>
                    <a:pt x="9986" y="9842"/>
                    <a:pt x="10223" y="7432"/>
                  </a:cubicBezTo>
                  <a:cubicBezTo>
                    <a:pt x="10260" y="7140"/>
                    <a:pt x="10278" y="6829"/>
                    <a:pt x="10296" y="6519"/>
                  </a:cubicBezTo>
                  <a:cubicBezTo>
                    <a:pt x="10460" y="3452"/>
                    <a:pt x="9931" y="239"/>
                    <a:pt x="8836" y="75"/>
                  </a:cubicBezTo>
                  <a:cubicBezTo>
                    <a:pt x="8538" y="24"/>
                    <a:pt x="8008" y="0"/>
                    <a:pt x="7366" y="0"/>
                  </a:cubicBez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5" name="Google Shape;585;p2"/>
            <p:cNvSpPr/>
            <p:nvPr/>
          </p:nvSpPr>
          <p:spPr>
            <a:xfrm>
              <a:off x="1834560" y="1956240"/>
              <a:ext cx="856800" cy="700200"/>
            </a:xfrm>
            <a:custGeom>
              <a:rect b="b" l="l" r="r" t="t"/>
              <a:pathLst>
                <a:path extrusionOk="0" h="17515" w="21432">
                  <a:moveTo>
                    <a:pt x="12960" y="0"/>
                  </a:moveTo>
                  <a:cubicBezTo>
                    <a:pt x="10956" y="0"/>
                    <a:pt x="8875" y="346"/>
                    <a:pt x="7540" y="1479"/>
                  </a:cubicBezTo>
                  <a:cubicBezTo>
                    <a:pt x="5495" y="3214"/>
                    <a:pt x="5842" y="7339"/>
                    <a:pt x="5842" y="7339"/>
                  </a:cubicBezTo>
                  <a:cubicBezTo>
                    <a:pt x="5842" y="7339"/>
                    <a:pt x="4678" y="6899"/>
                    <a:pt x="3568" y="6899"/>
                  </a:cubicBezTo>
                  <a:cubicBezTo>
                    <a:pt x="2668" y="6899"/>
                    <a:pt x="1805" y="7188"/>
                    <a:pt x="1625" y="8234"/>
                  </a:cubicBezTo>
                  <a:cubicBezTo>
                    <a:pt x="1442" y="9201"/>
                    <a:pt x="1789" y="10205"/>
                    <a:pt x="2538" y="10862"/>
                  </a:cubicBezTo>
                  <a:cubicBezTo>
                    <a:pt x="2538" y="10862"/>
                    <a:pt x="0" y="15591"/>
                    <a:pt x="5094" y="17160"/>
                  </a:cubicBezTo>
                  <a:cubicBezTo>
                    <a:pt x="5888" y="17403"/>
                    <a:pt x="6609" y="17514"/>
                    <a:pt x="7250" y="17514"/>
                  </a:cubicBezTo>
                  <a:cubicBezTo>
                    <a:pt x="9982" y="17514"/>
                    <a:pt x="11258" y="15496"/>
                    <a:pt x="10534" y="13071"/>
                  </a:cubicBezTo>
                  <a:lnTo>
                    <a:pt x="11866" y="11027"/>
                  </a:lnTo>
                  <a:cubicBezTo>
                    <a:pt x="12688" y="10151"/>
                    <a:pt x="12998" y="8927"/>
                    <a:pt x="12688" y="7777"/>
                  </a:cubicBezTo>
                  <a:lnTo>
                    <a:pt x="12688" y="7777"/>
                  </a:lnTo>
                  <a:cubicBezTo>
                    <a:pt x="12688" y="7777"/>
                    <a:pt x="13483" y="8019"/>
                    <a:pt x="14484" y="8019"/>
                  </a:cubicBezTo>
                  <a:cubicBezTo>
                    <a:pt x="15916" y="8019"/>
                    <a:pt x="17770" y="7526"/>
                    <a:pt x="18328" y="5130"/>
                  </a:cubicBezTo>
                  <a:cubicBezTo>
                    <a:pt x="18328" y="5130"/>
                    <a:pt x="19150" y="5587"/>
                    <a:pt x="19332" y="6061"/>
                  </a:cubicBezTo>
                  <a:cubicBezTo>
                    <a:pt x="19679" y="7011"/>
                    <a:pt x="19789" y="8234"/>
                    <a:pt x="19862" y="8964"/>
                  </a:cubicBezTo>
                  <a:cubicBezTo>
                    <a:pt x="19862" y="8964"/>
                    <a:pt x="21432" y="7595"/>
                    <a:pt x="21213" y="6189"/>
                  </a:cubicBezTo>
                  <a:cubicBezTo>
                    <a:pt x="20939" y="4455"/>
                    <a:pt x="21286" y="1571"/>
                    <a:pt x="18365" y="713"/>
                  </a:cubicBezTo>
                  <a:cubicBezTo>
                    <a:pt x="17557" y="476"/>
                    <a:pt x="15311" y="0"/>
                    <a:pt x="12960" y="0"/>
                  </a:cubicBezTo>
                  <a:close/>
                </a:path>
              </a:pathLst>
            </a:custGeom>
            <a:solidFill>
              <a:srgbClr val="2026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6" name="Google Shape;586;p2"/>
            <p:cNvSpPr/>
            <p:nvPr/>
          </p:nvSpPr>
          <p:spPr>
            <a:xfrm>
              <a:off x="2104200" y="2315880"/>
              <a:ext cx="227160" cy="192600"/>
            </a:xfrm>
            <a:custGeom>
              <a:rect b="b" l="l" r="r" t="t"/>
              <a:pathLst>
                <a:path extrusionOk="0" h="4829" w="5687">
                  <a:moveTo>
                    <a:pt x="3224" y="0"/>
                  </a:moveTo>
                  <a:cubicBezTo>
                    <a:pt x="3190" y="0"/>
                    <a:pt x="3156" y="1"/>
                    <a:pt x="3122" y="2"/>
                  </a:cubicBezTo>
                  <a:cubicBezTo>
                    <a:pt x="968" y="94"/>
                    <a:pt x="0" y="2722"/>
                    <a:pt x="1589" y="4183"/>
                  </a:cubicBezTo>
                  <a:cubicBezTo>
                    <a:pt x="2068" y="4629"/>
                    <a:pt x="2640" y="4828"/>
                    <a:pt x="3200" y="4828"/>
                  </a:cubicBezTo>
                  <a:cubicBezTo>
                    <a:pt x="4473" y="4828"/>
                    <a:pt x="5686" y="3799"/>
                    <a:pt x="5623" y="2303"/>
                  </a:cubicBezTo>
                  <a:cubicBezTo>
                    <a:pt x="5570" y="1004"/>
                    <a:pt x="4511" y="0"/>
                    <a:pt x="3224" y="0"/>
                  </a:cubicBez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7" name="Google Shape;587;p2"/>
            <p:cNvSpPr/>
            <p:nvPr/>
          </p:nvSpPr>
          <p:spPr>
            <a:xfrm>
              <a:off x="1531080" y="3458520"/>
              <a:ext cx="1080360" cy="418320"/>
            </a:xfrm>
            <a:custGeom>
              <a:rect b="b" l="l" r="r" t="t"/>
              <a:pathLst>
                <a:path extrusionOk="0" h="10468" w="27026">
                  <a:moveTo>
                    <a:pt x="2611" y="1"/>
                  </a:moveTo>
                  <a:cubicBezTo>
                    <a:pt x="2611" y="1"/>
                    <a:pt x="0" y="6773"/>
                    <a:pt x="1917" y="9530"/>
                  </a:cubicBezTo>
                  <a:cubicBezTo>
                    <a:pt x="2384" y="10203"/>
                    <a:pt x="3772" y="10468"/>
                    <a:pt x="5672" y="10468"/>
                  </a:cubicBezTo>
                  <a:cubicBezTo>
                    <a:pt x="12301" y="10468"/>
                    <a:pt x="25159" y="7248"/>
                    <a:pt x="26838" y="6964"/>
                  </a:cubicBezTo>
                  <a:lnTo>
                    <a:pt x="26838" y="6964"/>
                  </a:lnTo>
                  <a:cubicBezTo>
                    <a:pt x="26879" y="6969"/>
                    <a:pt x="26913" y="6971"/>
                    <a:pt x="26941" y="6971"/>
                  </a:cubicBezTo>
                  <a:cubicBezTo>
                    <a:pt x="26982" y="6971"/>
                    <a:pt x="27008" y="6966"/>
                    <a:pt x="27018" y="6956"/>
                  </a:cubicBezTo>
                  <a:cubicBezTo>
                    <a:pt x="27025" y="6948"/>
                    <a:pt x="27019" y="6944"/>
                    <a:pt x="26998" y="6944"/>
                  </a:cubicBezTo>
                  <a:cubicBezTo>
                    <a:pt x="26970" y="6944"/>
                    <a:pt x="26916" y="6951"/>
                    <a:pt x="26838" y="6964"/>
                  </a:cubicBezTo>
                  <a:lnTo>
                    <a:pt x="26838" y="6964"/>
                  </a:lnTo>
                  <a:cubicBezTo>
                    <a:pt x="25127" y="6785"/>
                    <a:pt x="11997" y="2923"/>
                    <a:pt x="9458" y="2923"/>
                  </a:cubicBezTo>
                  <a:cubicBezTo>
                    <a:pt x="9363" y="2923"/>
                    <a:pt x="9283" y="2928"/>
                    <a:pt x="9219" y="2940"/>
                  </a:cubicBezTo>
                  <a:cubicBezTo>
                    <a:pt x="9219" y="2940"/>
                    <a:pt x="7321" y="1260"/>
                    <a:pt x="2611" y="1"/>
                  </a:cubicBez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8" name="Google Shape;588;p2"/>
            <p:cNvSpPr/>
            <p:nvPr/>
          </p:nvSpPr>
          <p:spPr>
            <a:xfrm>
              <a:off x="1884960" y="3449160"/>
              <a:ext cx="1297080" cy="441360"/>
            </a:xfrm>
            <a:custGeom>
              <a:rect b="b" l="l" r="r" t="t"/>
              <a:pathLst>
                <a:path extrusionOk="0" h="11049" w="32441">
                  <a:moveTo>
                    <a:pt x="29100" y="0"/>
                  </a:moveTo>
                  <a:lnTo>
                    <a:pt x="29100" y="0"/>
                  </a:lnTo>
                  <a:cubicBezTo>
                    <a:pt x="24773" y="1552"/>
                    <a:pt x="23696" y="2428"/>
                    <a:pt x="23696" y="2428"/>
                  </a:cubicBezTo>
                  <a:cubicBezTo>
                    <a:pt x="23696" y="2428"/>
                    <a:pt x="10114" y="1935"/>
                    <a:pt x="6189" y="1461"/>
                  </a:cubicBezTo>
                  <a:cubicBezTo>
                    <a:pt x="5853" y="1415"/>
                    <a:pt x="5516" y="1392"/>
                    <a:pt x="5181" y="1392"/>
                  </a:cubicBezTo>
                  <a:cubicBezTo>
                    <a:pt x="3262" y="1392"/>
                    <a:pt x="1400" y="2138"/>
                    <a:pt x="1" y="3505"/>
                  </a:cubicBezTo>
                  <a:cubicBezTo>
                    <a:pt x="6881" y="4038"/>
                    <a:pt x="23173" y="11048"/>
                    <a:pt x="28008" y="11048"/>
                  </a:cubicBezTo>
                  <a:cubicBezTo>
                    <a:pt x="28471" y="11048"/>
                    <a:pt x="28829" y="10984"/>
                    <a:pt x="29063" y="10844"/>
                  </a:cubicBezTo>
                  <a:cubicBezTo>
                    <a:pt x="32440" y="8799"/>
                    <a:pt x="29100" y="1"/>
                    <a:pt x="29100" y="0"/>
                  </a:cubicBez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9" name="Google Shape;589;p2"/>
            <p:cNvSpPr/>
            <p:nvPr/>
          </p:nvSpPr>
          <p:spPr>
            <a:xfrm>
              <a:off x="2624040" y="3471120"/>
              <a:ext cx="250920" cy="78480"/>
            </a:xfrm>
            <a:custGeom>
              <a:rect b="b" l="l" r="r" t="t"/>
              <a:pathLst>
                <a:path extrusionOk="0" h="1974" w="6280">
                  <a:moveTo>
                    <a:pt x="3933" y="0"/>
                  </a:moveTo>
                  <a:cubicBezTo>
                    <a:pt x="3409" y="0"/>
                    <a:pt x="2096" y="309"/>
                    <a:pt x="1333" y="618"/>
                  </a:cubicBezTo>
                  <a:cubicBezTo>
                    <a:pt x="785" y="855"/>
                    <a:pt x="310" y="1257"/>
                    <a:pt x="0" y="1749"/>
                  </a:cubicBezTo>
                  <a:cubicBezTo>
                    <a:pt x="0" y="1749"/>
                    <a:pt x="2678" y="1974"/>
                    <a:pt x="4254" y="1974"/>
                  </a:cubicBezTo>
                  <a:cubicBezTo>
                    <a:pt x="4533" y="1974"/>
                    <a:pt x="4777" y="1967"/>
                    <a:pt x="4965" y="1950"/>
                  </a:cubicBezTo>
                  <a:cubicBezTo>
                    <a:pt x="6280" y="1841"/>
                    <a:pt x="4783" y="1384"/>
                    <a:pt x="4783" y="1384"/>
                  </a:cubicBezTo>
                  <a:cubicBezTo>
                    <a:pt x="4783" y="1384"/>
                    <a:pt x="5458" y="1038"/>
                    <a:pt x="5385" y="818"/>
                  </a:cubicBezTo>
                  <a:cubicBezTo>
                    <a:pt x="5369" y="766"/>
                    <a:pt x="5251" y="746"/>
                    <a:pt x="5077" y="746"/>
                  </a:cubicBezTo>
                  <a:cubicBezTo>
                    <a:pt x="4460" y="746"/>
                    <a:pt x="3140" y="1001"/>
                    <a:pt x="3140" y="1001"/>
                  </a:cubicBezTo>
                  <a:cubicBezTo>
                    <a:pt x="3140" y="1001"/>
                    <a:pt x="4418" y="107"/>
                    <a:pt x="4089" y="15"/>
                  </a:cubicBezTo>
                  <a:cubicBezTo>
                    <a:pt x="4051" y="5"/>
                    <a:pt x="3998" y="0"/>
                    <a:pt x="3933" y="0"/>
                  </a:cubicBez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39225" lIns="91425" spcFirstLastPara="1" rIns="91425" wrap="square" tIns="39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0" name="Google Shape;590;p2"/>
            <p:cNvSpPr/>
            <p:nvPr/>
          </p:nvSpPr>
          <p:spPr>
            <a:xfrm>
              <a:off x="2431080" y="2343600"/>
              <a:ext cx="30960" cy="51840"/>
            </a:xfrm>
            <a:custGeom>
              <a:rect b="b" l="l" r="r" t="t"/>
              <a:pathLst>
                <a:path extrusionOk="0" h="1301" w="786">
                  <a:moveTo>
                    <a:pt x="367" y="0"/>
                  </a:moveTo>
                  <a:cubicBezTo>
                    <a:pt x="360" y="0"/>
                    <a:pt x="354" y="1"/>
                    <a:pt x="348" y="1"/>
                  </a:cubicBezTo>
                  <a:cubicBezTo>
                    <a:pt x="147" y="19"/>
                    <a:pt x="1" y="311"/>
                    <a:pt x="37" y="677"/>
                  </a:cubicBezTo>
                  <a:cubicBezTo>
                    <a:pt x="54" y="1021"/>
                    <a:pt x="218" y="1300"/>
                    <a:pt x="405" y="1300"/>
                  </a:cubicBezTo>
                  <a:cubicBezTo>
                    <a:pt x="416" y="1300"/>
                    <a:pt x="427" y="1299"/>
                    <a:pt x="439" y="1297"/>
                  </a:cubicBezTo>
                  <a:cubicBezTo>
                    <a:pt x="640" y="1279"/>
                    <a:pt x="786" y="969"/>
                    <a:pt x="767" y="622"/>
                  </a:cubicBezTo>
                  <a:cubicBezTo>
                    <a:pt x="732" y="268"/>
                    <a:pt x="560" y="0"/>
                    <a:pt x="3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25900" lIns="91425" spcFirstLastPara="1" rIns="91425" wrap="square" tIns="2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1" name="Google Shape;591;p2"/>
            <p:cNvSpPr/>
            <p:nvPr/>
          </p:nvSpPr>
          <p:spPr>
            <a:xfrm>
              <a:off x="2560320" y="2332800"/>
              <a:ext cx="30240" cy="51480"/>
            </a:xfrm>
            <a:custGeom>
              <a:rect b="b" l="l" r="r" t="t"/>
              <a:pathLst>
                <a:path extrusionOk="0" h="1299" w="768">
                  <a:moveTo>
                    <a:pt x="367" y="0"/>
                  </a:moveTo>
                  <a:cubicBezTo>
                    <a:pt x="360" y="0"/>
                    <a:pt x="354" y="1"/>
                    <a:pt x="348" y="1"/>
                  </a:cubicBezTo>
                  <a:cubicBezTo>
                    <a:pt x="147" y="20"/>
                    <a:pt x="1" y="312"/>
                    <a:pt x="19" y="677"/>
                  </a:cubicBezTo>
                  <a:cubicBezTo>
                    <a:pt x="55" y="1013"/>
                    <a:pt x="227" y="1298"/>
                    <a:pt x="421" y="1298"/>
                  </a:cubicBezTo>
                  <a:cubicBezTo>
                    <a:pt x="427" y="1298"/>
                    <a:pt x="433" y="1298"/>
                    <a:pt x="439" y="1297"/>
                  </a:cubicBezTo>
                  <a:cubicBezTo>
                    <a:pt x="640" y="1279"/>
                    <a:pt x="768" y="987"/>
                    <a:pt x="749" y="622"/>
                  </a:cubicBezTo>
                  <a:cubicBezTo>
                    <a:pt x="732" y="268"/>
                    <a:pt x="560" y="0"/>
                    <a:pt x="3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25900" lIns="91425" spcFirstLastPara="1" rIns="91425" wrap="square" tIns="2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2" name="Google Shape;592;p2"/>
            <p:cNvSpPr/>
            <p:nvPr/>
          </p:nvSpPr>
          <p:spPr>
            <a:xfrm>
              <a:off x="2492640" y="2328840"/>
              <a:ext cx="57240" cy="176040"/>
            </a:xfrm>
            <a:custGeom>
              <a:rect b="b" l="l" r="r" t="t"/>
              <a:pathLst>
                <a:path extrusionOk="0" h="4413" w="1443">
                  <a:moveTo>
                    <a:pt x="499" y="1"/>
                  </a:moveTo>
                  <a:cubicBezTo>
                    <a:pt x="459" y="1"/>
                    <a:pt x="420" y="29"/>
                    <a:pt x="420" y="79"/>
                  </a:cubicBezTo>
                  <a:cubicBezTo>
                    <a:pt x="402" y="1393"/>
                    <a:pt x="785" y="2781"/>
                    <a:pt x="1095" y="4059"/>
                  </a:cubicBezTo>
                  <a:cubicBezTo>
                    <a:pt x="767" y="4113"/>
                    <a:pt x="438" y="4113"/>
                    <a:pt x="110" y="4168"/>
                  </a:cubicBezTo>
                  <a:cubicBezTo>
                    <a:pt x="0" y="4205"/>
                    <a:pt x="0" y="4351"/>
                    <a:pt x="110" y="4387"/>
                  </a:cubicBezTo>
                  <a:cubicBezTo>
                    <a:pt x="238" y="4405"/>
                    <a:pt x="367" y="4413"/>
                    <a:pt x="496" y="4413"/>
                  </a:cubicBezTo>
                  <a:cubicBezTo>
                    <a:pt x="769" y="4413"/>
                    <a:pt x="1042" y="4376"/>
                    <a:pt x="1315" y="4314"/>
                  </a:cubicBezTo>
                  <a:cubicBezTo>
                    <a:pt x="1388" y="4296"/>
                    <a:pt x="1442" y="4223"/>
                    <a:pt x="1442" y="4150"/>
                  </a:cubicBezTo>
                  <a:cubicBezTo>
                    <a:pt x="1278" y="3475"/>
                    <a:pt x="1114" y="2799"/>
                    <a:pt x="986" y="2124"/>
                  </a:cubicBezTo>
                  <a:cubicBezTo>
                    <a:pt x="876" y="1430"/>
                    <a:pt x="749" y="736"/>
                    <a:pt x="584" y="61"/>
                  </a:cubicBezTo>
                  <a:cubicBezTo>
                    <a:pt x="568" y="20"/>
                    <a:pt x="533" y="1"/>
                    <a:pt x="49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8200" lIns="91425" spcFirstLastPara="1" rIns="91425" wrap="square" tIns="88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3" name="Google Shape;593;p2"/>
            <p:cNvSpPr/>
            <p:nvPr/>
          </p:nvSpPr>
          <p:spPr>
            <a:xfrm>
              <a:off x="2178720" y="2357640"/>
              <a:ext cx="65880" cy="106200"/>
            </a:xfrm>
            <a:custGeom>
              <a:rect b="b" l="l" r="r" t="t"/>
              <a:pathLst>
                <a:path extrusionOk="0" h="2669" w="1658">
                  <a:moveTo>
                    <a:pt x="1193" y="1"/>
                  </a:moveTo>
                  <a:cubicBezTo>
                    <a:pt x="955" y="1"/>
                    <a:pt x="688" y="180"/>
                    <a:pt x="512" y="330"/>
                  </a:cubicBezTo>
                  <a:cubicBezTo>
                    <a:pt x="183" y="622"/>
                    <a:pt x="0" y="1060"/>
                    <a:pt x="55" y="1516"/>
                  </a:cubicBezTo>
                  <a:cubicBezTo>
                    <a:pt x="92" y="1954"/>
                    <a:pt x="329" y="2338"/>
                    <a:pt x="712" y="2538"/>
                  </a:cubicBezTo>
                  <a:cubicBezTo>
                    <a:pt x="856" y="2610"/>
                    <a:pt x="1039" y="2669"/>
                    <a:pt x="1207" y="2669"/>
                  </a:cubicBezTo>
                  <a:cubicBezTo>
                    <a:pt x="1382" y="2669"/>
                    <a:pt x="1542" y="2606"/>
                    <a:pt x="1625" y="2429"/>
                  </a:cubicBezTo>
                  <a:cubicBezTo>
                    <a:pt x="1658" y="2364"/>
                    <a:pt x="1632" y="2298"/>
                    <a:pt x="1574" y="2298"/>
                  </a:cubicBezTo>
                  <a:cubicBezTo>
                    <a:pt x="1567" y="2298"/>
                    <a:pt x="1560" y="2299"/>
                    <a:pt x="1552" y="2301"/>
                  </a:cubicBezTo>
                  <a:cubicBezTo>
                    <a:pt x="1508" y="2299"/>
                    <a:pt x="1465" y="2298"/>
                    <a:pt x="1424" y="2298"/>
                  </a:cubicBezTo>
                  <a:cubicBezTo>
                    <a:pt x="1370" y="2298"/>
                    <a:pt x="1318" y="2299"/>
                    <a:pt x="1268" y="2299"/>
                  </a:cubicBezTo>
                  <a:cubicBezTo>
                    <a:pt x="1092" y="2299"/>
                    <a:pt x="938" y="2283"/>
                    <a:pt x="767" y="2137"/>
                  </a:cubicBezTo>
                  <a:cubicBezTo>
                    <a:pt x="475" y="1900"/>
                    <a:pt x="347" y="1516"/>
                    <a:pt x="420" y="1133"/>
                  </a:cubicBezTo>
                  <a:cubicBezTo>
                    <a:pt x="475" y="841"/>
                    <a:pt x="658" y="603"/>
                    <a:pt x="895" y="439"/>
                  </a:cubicBezTo>
                  <a:cubicBezTo>
                    <a:pt x="1078" y="330"/>
                    <a:pt x="1278" y="311"/>
                    <a:pt x="1424" y="147"/>
                  </a:cubicBezTo>
                  <a:cubicBezTo>
                    <a:pt x="1443" y="129"/>
                    <a:pt x="1443" y="92"/>
                    <a:pt x="1424" y="74"/>
                  </a:cubicBezTo>
                  <a:cubicBezTo>
                    <a:pt x="1354" y="22"/>
                    <a:pt x="1275" y="1"/>
                    <a:pt x="119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3275" lIns="91425" spcFirstLastPara="1" rIns="91425" wrap="square" tIns="53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4" name="Google Shape;594;p2"/>
            <p:cNvSpPr/>
            <p:nvPr/>
          </p:nvSpPr>
          <p:spPr>
            <a:xfrm>
              <a:off x="2441160" y="2542680"/>
              <a:ext cx="64080" cy="23400"/>
            </a:xfrm>
            <a:custGeom>
              <a:rect b="b" l="l" r="r" t="t"/>
              <a:pathLst>
                <a:path extrusionOk="0" h="595" w="1615">
                  <a:moveTo>
                    <a:pt x="247" y="1"/>
                  </a:moveTo>
                  <a:cubicBezTo>
                    <a:pt x="92" y="1"/>
                    <a:pt x="0" y="227"/>
                    <a:pt x="171" y="335"/>
                  </a:cubicBezTo>
                  <a:cubicBezTo>
                    <a:pt x="423" y="500"/>
                    <a:pt x="720" y="594"/>
                    <a:pt x="1018" y="594"/>
                  </a:cubicBezTo>
                  <a:cubicBezTo>
                    <a:pt x="1150" y="594"/>
                    <a:pt x="1283" y="575"/>
                    <a:pt x="1412" y="536"/>
                  </a:cubicBezTo>
                  <a:cubicBezTo>
                    <a:pt x="1614" y="469"/>
                    <a:pt x="1552" y="183"/>
                    <a:pt x="1368" y="183"/>
                  </a:cubicBezTo>
                  <a:cubicBezTo>
                    <a:pt x="1353" y="183"/>
                    <a:pt x="1337" y="185"/>
                    <a:pt x="1321" y="189"/>
                  </a:cubicBezTo>
                  <a:cubicBezTo>
                    <a:pt x="1222" y="210"/>
                    <a:pt x="1122" y="221"/>
                    <a:pt x="1025" y="221"/>
                  </a:cubicBezTo>
                  <a:cubicBezTo>
                    <a:pt x="780" y="221"/>
                    <a:pt x="544" y="155"/>
                    <a:pt x="335" y="25"/>
                  </a:cubicBezTo>
                  <a:cubicBezTo>
                    <a:pt x="304" y="8"/>
                    <a:pt x="274" y="1"/>
                    <a:pt x="24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1875" lIns="91425" spcFirstLastPara="1" rIns="91425" wrap="square" tIns="1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5" name="Google Shape;595;p2"/>
            <p:cNvSpPr/>
            <p:nvPr/>
          </p:nvSpPr>
          <p:spPr>
            <a:xfrm>
              <a:off x="1776960" y="3574800"/>
              <a:ext cx="734040" cy="183600"/>
            </a:xfrm>
            <a:custGeom>
              <a:rect b="b" l="l" r="r" t="t"/>
              <a:pathLst>
                <a:path extrusionOk="0" h="4603" w="18368">
                  <a:moveTo>
                    <a:pt x="2770" y="1"/>
                  </a:moveTo>
                  <a:cubicBezTo>
                    <a:pt x="2463" y="1"/>
                    <a:pt x="2158" y="24"/>
                    <a:pt x="1862" y="67"/>
                  </a:cubicBezTo>
                  <a:cubicBezTo>
                    <a:pt x="1223" y="177"/>
                    <a:pt x="493" y="359"/>
                    <a:pt x="0" y="797"/>
                  </a:cubicBezTo>
                  <a:cubicBezTo>
                    <a:pt x="0" y="797"/>
                    <a:pt x="0" y="834"/>
                    <a:pt x="18" y="834"/>
                  </a:cubicBezTo>
                  <a:cubicBezTo>
                    <a:pt x="767" y="670"/>
                    <a:pt x="1424" y="341"/>
                    <a:pt x="2191" y="268"/>
                  </a:cubicBezTo>
                  <a:cubicBezTo>
                    <a:pt x="2347" y="256"/>
                    <a:pt x="2504" y="250"/>
                    <a:pt x="2660" y="250"/>
                  </a:cubicBezTo>
                  <a:cubicBezTo>
                    <a:pt x="3233" y="250"/>
                    <a:pt x="3804" y="329"/>
                    <a:pt x="4363" y="487"/>
                  </a:cubicBezTo>
                  <a:cubicBezTo>
                    <a:pt x="5915" y="889"/>
                    <a:pt x="7430" y="1400"/>
                    <a:pt x="8963" y="1856"/>
                  </a:cubicBezTo>
                  <a:lnTo>
                    <a:pt x="18146" y="4594"/>
                  </a:lnTo>
                  <a:cubicBezTo>
                    <a:pt x="18161" y="4600"/>
                    <a:pt x="18176" y="4602"/>
                    <a:pt x="18190" y="4602"/>
                  </a:cubicBezTo>
                  <a:cubicBezTo>
                    <a:pt x="18322" y="4602"/>
                    <a:pt x="18367" y="4388"/>
                    <a:pt x="18219" y="4339"/>
                  </a:cubicBezTo>
                  <a:lnTo>
                    <a:pt x="8525" y="1436"/>
                  </a:lnTo>
                  <a:cubicBezTo>
                    <a:pt x="6974" y="962"/>
                    <a:pt x="5385" y="359"/>
                    <a:pt x="3779" y="85"/>
                  </a:cubicBezTo>
                  <a:cubicBezTo>
                    <a:pt x="3445" y="28"/>
                    <a:pt x="3106" y="1"/>
                    <a:pt x="277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6" name="Google Shape;596;p2"/>
            <p:cNvSpPr/>
            <p:nvPr/>
          </p:nvSpPr>
          <p:spPr>
            <a:xfrm>
              <a:off x="2620080" y="3536280"/>
              <a:ext cx="384840" cy="40680"/>
            </a:xfrm>
            <a:custGeom>
              <a:rect b="b" l="l" r="r" t="t"/>
              <a:pathLst>
                <a:path extrusionOk="0" h="1023" w="9629">
                  <a:moveTo>
                    <a:pt x="1708" y="0"/>
                  </a:moveTo>
                  <a:cubicBezTo>
                    <a:pt x="1134" y="0"/>
                    <a:pt x="562" y="41"/>
                    <a:pt x="1" y="123"/>
                  </a:cubicBezTo>
                  <a:cubicBezTo>
                    <a:pt x="1" y="142"/>
                    <a:pt x="1" y="142"/>
                    <a:pt x="1" y="160"/>
                  </a:cubicBezTo>
                  <a:cubicBezTo>
                    <a:pt x="636" y="220"/>
                    <a:pt x="1259" y="256"/>
                    <a:pt x="1889" y="256"/>
                  </a:cubicBezTo>
                  <a:cubicBezTo>
                    <a:pt x="2020" y="256"/>
                    <a:pt x="2151" y="254"/>
                    <a:pt x="2283" y="251"/>
                  </a:cubicBezTo>
                  <a:cubicBezTo>
                    <a:pt x="3049" y="270"/>
                    <a:pt x="3798" y="306"/>
                    <a:pt x="4565" y="361"/>
                  </a:cubicBezTo>
                  <a:cubicBezTo>
                    <a:pt x="6189" y="489"/>
                    <a:pt x="7814" y="708"/>
                    <a:pt x="9420" y="1018"/>
                  </a:cubicBezTo>
                  <a:cubicBezTo>
                    <a:pt x="9432" y="1021"/>
                    <a:pt x="9442" y="1022"/>
                    <a:pt x="9453" y="1022"/>
                  </a:cubicBezTo>
                  <a:cubicBezTo>
                    <a:pt x="9576" y="1022"/>
                    <a:pt x="9628" y="833"/>
                    <a:pt x="9493" y="799"/>
                  </a:cubicBezTo>
                  <a:cubicBezTo>
                    <a:pt x="7924" y="489"/>
                    <a:pt x="6335" y="270"/>
                    <a:pt x="4747" y="142"/>
                  </a:cubicBezTo>
                  <a:cubicBezTo>
                    <a:pt x="3926" y="87"/>
                    <a:pt x="3104" y="32"/>
                    <a:pt x="2283" y="14"/>
                  </a:cubicBezTo>
                  <a:cubicBezTo>
                    <a:pt x="2091" y="5"/>
                    <a:pt x="1899" y="0"/>
                    <a:pt x="170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7" name="Google Shape;597;p2"/>
            <p:cNvSpPr/>
            <p:nvPr/>
          </p:nvSpPr>
          <p:spPr>
            <a:xfrm>
              <a:off x="1908720" y="2964600"/>
              <a:ext cx="123480" cy="620640"/>
            </a:xfrm>
            <a:custGeom>
              <a:rect b="b" l="l" r="r" t="t"/>
              <a:pathLst>
                <a:path extrusionOk="0" h="15531" w="3095">
                  <a:moveTo>
                    <a:pt x="1505" y="0"/>
                  </a:moveTo>
                  <a:cubicBezTo>
                    <a:pt x="1456" y="0"/>
                    <a:pt x="1420" y="60"/>
                    <a:pt x="1433" y="100"/>
                  </a:cubicBezTo>
                  <a:cubicBezTo>
                    <a:pt x="2620" y="2729"/>
                    <a:pt x="1634" y="5267"/>
                    <a:pt x="1105" y="7932"/>
                  </a:cubicBezTo>
                  <a:cubicBezTo>
                    <a:pt x="612" y="10396"/>
                    <a:pt x="247" y="12879"/>
                    <a:pt x="9" y="15380"/>
                  </a:cubicBezTo>
                  <a:cubicBezTo>
                    <a:pt x="0" y="15480"/>
                    <a:pt x="78" y="15531"/>
                    <a:pt x="160" y="15531"/>
                  </a:cubicBezTo>
                  <a:cubicBezTo>
                    <a:pt x="242" y="15531"/>
                    <a:pt x="329" y="15480"/>
                    <a:pt x="338" y="15380"/>
                  </a:cubicBezTo>
                  <a:cubicBezTo>
                    <a:pt x="594" y="12368"/>
                    <a:pt x="1086" y="9374"/>
                    <a:pt x="1780" y="6417"/>
                  </a:cubicBezTo>
                  <a:cubicBezTo>
                    <a:pt x="2255" y="4463"/>
                    <a:pt x="3094" y="1762"/>
                    <a:pt x="1561" y="27"/>
                  </a:cubicBezTo>
                  <a:cubicBezTo>
                    <a:pt x="1542" y="8"/>
                    <a:pt x="1522" y="0"/>
                    <a:pt x="15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8" name="Google Shape;598;p2"/>
            <p:cNvSpPr/>
            <p:nvPr/>
          </p:nvSpPr>
          <p:spPr>
            <a:xfrm>
              <a:off x="1866240" y="2891880"/>
              <a:ext cx="55080" cy="20520"/>
            </a:xfrm>
            <a:custGeom>
              <a:rect b="b" l="l" r="r" t="t"/>
              <a:pathLst>
                <a:path extrusionOk="0" h="519" w="1388">
                  <a:moveTo>
                    <a:pt x="525" y="0"/>
                  </a:moveTo>
                  <a:cubicBezTo>
                    <a:pt x="374" y="0"/>
                    <a:pt x="223" y="33"/>
                    <a:pt x="92" y="99"/>
                  </a:cubicBezTo>
                  <a:cubicBezTo>
                    <a:pt x="0" y="135"/>
                    <a:pt x="55" y="263"/>
                    <a:pt x="128" y="263"/>
                  </a:cubicBezTo>
                  <a:cubicBezTo>
                    <a:pt x="347" y="263"/>
                    <a:pt x="566" y="300"/>
                    <a:pt x="767" y="336"/>
                  </a:cubicBezTo>
                  <a:cubicBezTo>
                    <a:pt x="950" y="391"/>
                    <a:pt x="1114" y="519"/>
                    <a:pt x="1296" y="519"/>
                  </a:cubicBezTo>
                  <a:cubicBezTo>
                    <a:pt x="1351" y="519"/>
                    <a:pt x="1388" y="464"/>
                    <a:pt x="1388" y="409"/>
                  </a:cubicBezTo>
                  <a:cubicBezTo>
                    <a:pt x="1315" y="190"/>
                    <a:pt x="1023" y="99"/>
                    <a:pt x="822" y="44"/>
                  </a:cubicBezTo>
                  <a:cubicBezTo>
                    <a:pt x="727" y="15"/>
                    <a:pt x="626" y="0"/>
                    <a:pt x="5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9" name="Google Shape;599;p2"/>
            <p:cNvSpPr/>
            <p:nvPr/>
          </p:nvSpPr>
          <p:spPr>
            <a:xfrm>
              <a:off x="2770560" y="2880360"/>
              <a:ext cx="39960" cy="27720"/>
            </a:xfrm>
            <a:custGeom>
              <a:rect b="b" l="l" r="r" t="t"/>
              <a:pathLst>
                <a:path extrusionOk="0" h="700" w="1005">
                  <a:moveTo>
                    <a:pt x="737" y="1"/>
                  </a:moveTo>
                  <a:cubicBezTo>
                    <a:pt x="601" y="1"/>
                    <a:pt x="452" y="67"/>
                    <a:pt x="347" y="149"/>
                  </a:cubicBezTo>
                  <a:cubicBezTo>
                    <a:pt x="183" y="258"/>
                    <a:pt x="0" y="404"/>
                    <a:pt x="0" y="605"/>
                  </a:cubicBezTo>
                  <a:cubicBezTo>
                    <a:pt x="0" y="652"/>
                    <a:pt x="41" y="700"/>
                    <a:pt x="100" y="700"/>
                  </a:cubicBezTo>
                  <a:cubicBezTo>
                    <a:pt x="109" y="700"/>
                    <a:pt x="118" y="699"/>
                    <a:pt x="128" y="696"/>
                  </a:cubicBezTo>
                  <a:cubicBezTo>
                    <a:pt x="274" y="642"/>
                    <a:pt x="384" y="514"/>
                    <a:pt x="530" y="459"/>
                  </a:cubicBezTo>
                  <a:cubicBezTo>
                    <a:pt x="694" y="386"/>
                    <a:pt x="877" y="368"/>
                    <a:pt x="968" y="240"/>
                  </a:cubicBezTo>
                  <a:cubicBezTo>
                    <a:pt x="1004" y="185"/>
                    <a:pt x="986" y="112"/>
                    <a:pt x="950" y="76"/>
                  </a:cubicBezTo>
                  <a:cubicBezTo>
                    <a:pt x="890" y="23"/>
                    <a:pt x="816" y="1"/>
                    <a:pt x="7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4025" lIns="91425" spcFirstLastPara="1" rIns="91425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0" name="Google Shape;600;p2"/>
            <p:cNvSpPr/>
            <p:nvPr/>
          </p:nvSpPr>
          <p:spPr>
            <a:xfrm>
              <a:off x="1607040" y="3369600"/>
              <a:ext cx="329040" cy="101520"/>
            </a:xfrm>
            <a:custGeom>
              <a:rect b="b" l="l" r="r" t="t"/>
              <a:pathLst>
                <a:path extrusionOk="0" h="2550" w="8235">
                  <a:moveTo>
                    <a:pt x="110" y="1"/>
                  </a:moveTo>
                  <a:cubicBezTo>
                    <a:pt x="19" y="1"/>
                    <a:pt x="1" y="147"/>
                    <a:pt x="92" y="183"/>
                  </a:cubicBezTo>
                  <a:cubicBezTo>
                    <a:pt x="713" y="439"/>
                    <a:pt x="1425" y="548"/>
                    <a:pt x="2082" y="731"/>
                  </a:cubicBezTo>
                  <a:cubicBezTo>
                    <a:pt x="2721" y="913"/>
                    <a:pt x="3396" y="1096"/>
                    <a:pt x="4072" y="1278"/>
                  </a:cubicBezTo>
                  <a:cubicBezTo>
                    <a:pt x="5386" y="1680"/>
                    <a:pt x="6700" y="2100"/>
                    <a:pt x="8015" y="2538"/>
                  </a:cubicBezTo>
                  <a:cubicBezTo>
                    <a:pt x="8032" y="2546"/>
                    <a:pt x="8048" y="2549"/>
                    <a:pt x="8063" y="2549"/>
                  </a:cubicBezTo>
                  <a:cubicBezTo>
                    <a:pt x="8192" y="2549"/>
                    <a:pt x="8235" y="2295"/>
                    <a:pt x="8088" y="2246"/>
                  </a:cubicBezTo>
                  <a:cubicBezTo>
                    <a:pt x="6755" y="1771"/>
                    <a:pt x="5404" y="1351"/>
                    <a:pt x="4053" y="950"/>
                  </a:cubicBezTo>
                  <a:cubicBezTo>
                    <a:pt x="3378" y="767"/>
                    <a:pt x="2721" y="585"/>
                    <a:pt x="2045" y="420"/>
                  </a:cubicBezTo>
                  <a:cubicBezTo>
                    <a:pt x="1388" y="256"/>
                    <a:pt x="749" y="37"/>
                    <a:pt x="1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0750" lIns="91425" spcFirstLastPara="1" rIns="91425" wrap="square" tIns="50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5" name="Google Shape;605;p4"/>
          <p:cNvGrpSpPr/>
          <p:nvPr/>
        </p:nvGrpSpPr>
        <p:grpSpPr>
          <a:xfrm>
            <a:off x="4498200" y="1023840"/>
            <a:ext cx="4200120" cy="3344760"/>
            <a:chOff x="4498200" y="1023840"/>
            <a:chExt cx="4200120" cy="3344760"/>
          </a:xfrm>
        </p:grpSpPr>
        <p:sp>
          <p:nvSpPr>
            <p:cNvPr id="606" name="Google Shape;606;p4"/>
            <p:cNvSpPr/>
            <p:nvPr/>
          </p:nvSpPr>
          <p:spPr>
            <a:xfrm>
              <a:off x="4498200" y="1023840"/>
              <a:ext cx="4200120" cy="3344760"/>
            </a:xfrm>
            <a:custGeom>
              <a:rect b="b" l="l" r="r" t="t"/>
              <a:pathLst>
                <a:path extrusionOk="0" h="8699" w="13729">
                  <a:moveTo>
                    <a:pt x="407" y="1"/>
                  </a:moveTo>
                  <a:cubicBezTo>
                    <a:pt x="175" y="1"/>
                    <a:pt x="1" y="175"/>
                    <a:pt x="1" y="392"/>
                  </a:cubicBezTo>
                  <a:lnTo>
                    <a:pt x="1" y="8292"/>
                  </a:lnTo>
                  <a:cubicBezTo>
                    <a:pt x="1" y="8524"/>
                    <a:pt x="175" y="8698"/>
                    <a:pt x="407" y="8698"/>
                  </a:cubicBezTo>
                  <a:lnTo>
                    <a:pt x="13322" y="8698"/>
                  </a:lnTo>
                  <a:cubicBezTo>
                    <a:pt x="13540" y="8698"/>
                    <a:pt x="13728" y="8524"/>
                    <a:pt x="13728" y="8292"/>
                  </a:cubicBezTo>
                  <a:lnTo>
                    <a:pt x="13728" y="392"/>
                  </a:lnTo>
                  <a:cubicBezTo>
                    <a:pt x="13728" y="175"/>
                    <a:pt x="13540" y="1"/>
                    <a:pt x="133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7" name="Google Shape;607;p4"/>
            <p:cNvSpPr/>
            <p:nvPr/>
          </p:nvSpPr>
          <p:spPr>
            <a:xfrm>
              <a:off x="4556160" y="1297080"/>
              <a:ext cx="4084560" cy="2987640"/>
            </a:xfrm>
            <a:custGeom>
              <a:rect b="b" l="l" r="r" t="t"/>
              <a:pathLst>
                <a:path extrusionOk="0" h="7771" w="13351">
                  <a:moveTo>
                    <a:pt x="319" y="1"/>
                  </a:moveTo>
                  <a:cubicBezTo>
                    <a:pt x="145" y="1"/>
                    <a:pt x="0" y="131"/>
                    <a:pt x="0" y="305"/>
                  </a:cubicBezTo>
                  <a:lnTo>
                    <a:pt x="0" y="7452"/>
                  </a:lnTo>
                  <a:cubicBezTo>
                    <a:pt x="0" y="7626"/>
                    <a:pt x="145" y="7771"/>
                    <a:pt x="319" y="7771"/>
                  </a:cubicBezTo>
                  <a:lnTo>
                    <a:pt x="13032" y="7771"/>
                  </a:lnTo>
                  <a:cubicBezTo>
                    <a:pt x="13206" y="7771"/>
                    <a:pt x="13351" y="7626"/>
                    <a:pt x="13351" y="7452"/>
                  </a:cubicBezTo>
                  <a:lnTo>
                    <a:pt x="13351" y="305"/>
                  </a:lnTo>
                  <a:cubicBezTo>
                    <a:pt x="13351" y="131"/>
                    <a:pt x="13206" y="1"/>
                    <a:pt x="130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8" name="Google Shape;608;p4"/>
            <p:cNvSpPr/>
            <p:nvPr/>
          </p:nvSpPr>
          <p:spPr>
            <a:xfrm>
              <a:off x="8503200" y="1106640"/>
              <a:ext cx="106560" cy="106560"/>
            </a:xfrm>
            <a:custGeom>
              <a:rect b="b" l="l" r="r" t="t"/>
              <a:pathLst>
                <a:path extrusionOk="0" h="349" w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3275" lIns="91425" spcFirstLastPara="1" rIns="91425" wrap="square" tIns="53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9" name="Google Shape;609;p4"/>
            <p:cNvSpPr/>
            <p:nvPr/>
          </p:nvSpPr>
          <p:spPr>
            <a:xfrm>
              <a:off x="8330400" y="1106640"/>
              <a:ext cx="106200" cy="106560"/>
            </a:xfrm>
            <a:custGeom>
              <a:rect b="b" l="l" r="r" t="t"/>
              <a:pathLst>
                <a:path extrusionOk="0" h="349" w="348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3275" lIns="91425" spcFirstLastPara="1" rIns="91425" wrap="square" tIns="53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0" name="Google Shape;610;p4"/>
            <p:cNvSpPr/>
            <p:nvPr/>
          </p:nvSpPr>
          <p:spPr>
            <a:xfrm>
              <a:off x="8130600" y="1105200"/>
              <a:ext cx="128880" cy="109440"/>
            </a:xfrm>
            <a:custGeom>
              <a:rect b="b" l="l" r="r" t="t"/>
              <a:pathLst>
                <a:path extrusionOk="0" h="359" w="422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700" lIns="91425" spcFirstLastPara="1" rIns="91425" wrap="square" tIns="54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11" name="Google Shape;611;p4"/>
          <p:cNvGrpSpPr/>
          <p:nvPr/>
        </p:nvGrpSpPr>
        <p:grpSpPr>
          <a:xfrm>
            <a:off x="4753800" y="1368360"/>
            <a:ext cx="4200120" cy="3344760"/>
            <a:chOff x="4753800" y="1368360"/>
            <a:chExt cx="4200120" cy="3344760"/>
          </a:xfrm>
        </p:grpSpPr>
        <p:sp>
          <p:nvSpPr>
            <p:cNvPr id="612" name="Google Shape;612;p4"/>
            <p:cNvSpPr/>
            <p:nvPr/>
          </p:nvSpPr>
          <p:spPr>
            <a:xfrm>
              <a:off x="4753800" y="1368360"/>
              <a:ext cx="4200120" cy="3344760"/>
            </a:xfrm>
            <a:custGeom>
              <a:rect b="b" l="l" r="r" t="t"/>
              <a:pathLst>
                <a:path extrusionOk="0" h="8699" w="13729">
                  <a:moveTo>
                    <a:pt x="407" y="1"/>
                  </a:moveTo>
                  <a:cubicBezTo>
                    <a:pt x="175" y="1"/>
                    <a:pt x="1" y="175"/>
                    <a:pt x="1" y="392"/>
                  </a:cubicBezTo>
                  <a:lnTo>
                    <a:pt x="1" y="8292"/>
                  </a:lnTo>
                  <a:cubicBezTo>
                    <a:pt x="1" y="8524"/>
                    <a:pt x="175" y="8698"/>
                    <a:pt x="407" y="8698"/>
                  </a:cubicBezTo>
                  <a:lnTo>
                    <a:pt x="13322" y="8698"/>
                  </a:lnTo>
                  <a:cubicBezTo>
                    <a:pt x="13540" y="8698"/>
                    <a:pt x="13728" y="8524"/>
                    <a:pt x="13728" y="8292"/>
                  </a:cubicBezTo>
                  <a:lnTo>
                    <a:pt x="13728" y="392"/>
                  </a:lnTo>
                  <a:cubicBezTo>
                    <a:pt x="13728" y="175"/>
                    <a:pt x="13540" y="1"/>
                    <a:pt x="133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3" name="Google Shape;613;p4"/>
            <p:cNvSpPr/>
            <p:nvPr/>
          </p:nvSpPr>
          <p:spPr>
            <a:xfrm>
              <a:off x="4811760" y="1641600"/>
              <a:ext cx="4084560" cy="2987640"/>
            </a:xfrm>
            <a:custGeom>
              <a:rect b="b" l="l" r="r" t="t"/>
              <a:pathLst>
                <a:path extrusionOk="0" h="7771" w="13351">
                  <a:moveTo>
                    <a:pt x="319" y="1"/>
                  </a:moveTo>
                  <a:cubicBezTo>
                    <a:pt x="145" y="1"/>
                    <a:pt x="0" y="131"/>
                    <a:pt x="0" y="305"/>
                  </a:cubicBezTo>
                  <a:lnTo>
                    <a:pt x="0" y="7452"/>
                  </a:lnTo>
                  <a:cubicBezTo>
                    <a:pt x="0" y="7626"/>
                    <a:pt x="145" y="7771"/>
                    <a:pt x="319" y="7771"/>
                  </a:cubicBezTo>
                  <a:lnTo>
                    <a:pt x="13032" y="7771"/>
                  </a:lnTo>
                  <a:cubicBezTo>
                    <a:pt x="13206" y="7771"/>
                    <a:pt x="13351" y="7626"/>
                    <a:pt x="13351" y="7452"/>
                  </a:cubicBezTo>
                  <a:lnTo>
                    <a:pt x="13351" y="305"/>
                  </a:lnTo>
                  <a:cubicBezTo>
                    <a:pt x="13351" y="131"/>
                    <a:pt x="13206" y="1"/>
                    <a:pt x="130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4" name="Google Shape;614;p4"/>
            <p:cNvSpPr/>
            <p:nvPr/>
          </p:nvSpPr>
          <p:spPr>
            <a:xfrm>
              <a:off x="8758800" y="1451160"/>
              <a:ext cx="106560" cy="106560"/>
            </a:xfrm>
            <a:custGeom>
              <a:rect b="b" l="l" r="r" t="t"/>
              <a:pathLst>
                <a:path extrusionOk="0" h="349" w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3275" lIns="91425" spcFirstLastPara="1" rIns="91425" wrap="square" tIns="53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5" name="Google Shape;615;p4"/>
            <p:cNvSpPr/>
            <p:nvPr/>
          </p:nvSpPr>
          <p:spPr>
            <a:xfrm>
              <a:off x="8585640" y="1451160"/>
              <a:ext cx="106200" cy="106560"/>
            </a:xfrm>
            <a:custGeom>
              <a:rect b="b" l="l" r="r" t="t"/>
              <a:pathLst>
                <a:path extrusionOk="0" h="349" w="348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3275" lIns="91425" spcFirstLastPara="1" rIns="91425" wrap="square" tIns="53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6" name="Google Shape;616;p4"/>
            <p:cNvSpPr/>
            <p:nvPr/>
          </p:nvSpPr>
          <p:spPr>
            <a:xfrm>
              <a:off x="8385840" y="1449720"/>
              <a:ext cx="128880" cy="109440"/>
            </a:xfrm>
            <a:custGeom>
              <a:rect b="b" l="l" r="r" t="t"/>
              <a:pathLst>
                <a:path extrusionOk="0" h="359" w="422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700" lIns="91425" spcFirstLastPara="1" rIns="91425" wrap="square" tIns="54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pic>
        <p:nvPicPr>
          <p:cNvPr id="617" name="Google Shape;617;p4"/>
          <p:cNvPicPr preferRelativeResize="0"/>
          <p:nvPr/>
        </p:nvPicPr>
        <p:blipFill rotWithShape="1">
          <a:blip r:embed="rId3">
            <a:alphaModFix/>
          </a:blip>
          <a:srcRect b="2069" l="0" r="0" t="2070"/>
          <a:stretch/>
        </p:blipFill>
        <p:spPr>
          <a:xfrm>
            <a:off x="4883400" y="1801800"/>
            <a:ext cx="3938400" cy="269676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4"/>
          <p:cNvSpPr/>
          <p:nvPr/>
        </p:nvSpPr>
        <p:spPr>
          <a:xfrm>
            <a:off x="5098680" y="1646280"/>
            <a:ext cx="145800" cy="155160"/>
          </a:xfrm>
          <a:custGeom>
            <a:rect b="b" l="l" r="r" t="t"/>
            <a:pathLst>
              <a:path extrusionOk="0" h="836" w="987">
                <a:moveTo>
                  <a:pt x="566" y="1"/>
                </a:moveTo>
                <a:cubicBezTo>
                  <a:pt x="189" y="1"/>
                  <a:pt x="0" y="450"/>
                  <a:pt x="261" y="711"/>
                </a:cubicBezTo>
                <a:cubicBezTo>
                  <a:pt x="347" y="797"/>
                  <a:pt x="453" y="836"/>
                  <a:pt x="558" y="836"/>
                </a:cubicBezTo>
                <a:cubicBezTo>
                  <a:pt x="771" y="836"/>
                  <a:pt x="976" y="674"/>
                  <a:pt x="986" y="421"/>
                </a:cubicBezTo>
                <a:cubicBezTo>
                  <a:pt x="986" y="189"/>
                  <a:pt x="798" y="1"/>
                  <a:pt x="56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77750" lIns="91425" spcFirstLastPara="1" rIns="91425" wrap="square" tIns="77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19" name="Google Shape;619;p4"/>
          <p:cNvSpPr/>
          <p:nvPr/>
        </p:nvSpPr>
        <p:spPr>
          <a:xfrm>
            <a:off x="5345280" y="1646280"/>
            <a:ext cx="145800" cy="155160"/>
          </a:xfrm>
          <a:custGeom>
            <a:rect b="b" l="l" r="r" t="t"/>
            <a:pathLst>
              <a:path extrusionOk="0" h="836" w="987">
                <a:moveTo>
                  <a:pt x="566" y="1"/>
                </a:moveTo>
                <a:cubicBezTo>
                  <a:pt x="189" y="1"/>
                  <a:pt x="0" y="450"/>
                  <a:pt x="261" y="711"/>
                </a:cubicBezTo>
                <a:cubicBezTo>
                  <a:pt x="352" y="797"/>
                  <a:pt x="461" y="836"/>
                  <a:pt x="567" y="836"/>
                </a:cubicBezTo>
                <a:cubicBezTo>
                  <a:pt x="784" y="836"/>
                  <a:pt x="986" y="674"/>
                  <a:pt x="986" y="421"/>
                </a:cubicBezTo>
                <a:cubicBezTo>
                  <a:pt x="986" y="189"/>
                  <a:pt x="798" y="1"/>
                  <a:pt x="56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77750" lIns="91425" spcFirstLastPara="1" rIns="91425" wrap="square" tIns="77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20" name="Google Shape;620;p4"/>
          <p:cNvSpPr txBox="1"/>
          <p:nvPr>
            <p:ph type="title"/>
          </p:nvPr>
        </p:nvSpPr>
        <p:spPr>
          <a:xfrm>
            <a:off x="714240" y="685800"/>
            <a:ext cx="3419280" cy="108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ata"/>
              <a:buNone/>
            </a:pPr>
            <a:r>
              <a:rPr b="0" lang="en-US" sz="2800" u="none" strike="noStrik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Идея и концепция</a:t>
            </a:r>
            <a:endParaRPr b="0" sz="2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4"/>
          <p:cNvSpPr txBox="1"/>
          <p:nvPr>
            <p:ph idx="1" type="subTitle"/>
          </p:nvPr>
        </p:nvSpPr>
        <p:spPr>
          <a:xfrm>
            <a:off x="723960" y="1781280"/>
            <a:ext cx="3381120" cy="2933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9999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Създадено е уеб приложение за </a:t>
            </a:r>
            <a:r>
              <a:rPr b="0" i="1" lang="en-U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личен health tracker</a:t>
            </a:r>
            <a:r>
              <a:rPr b="0" i="0" lang="en-U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което предлага контрол върху лекарства и медицински прегледи. Потребителите могат да управляват доза, честота и наличност на лекарства, както и дати, лекари и причините за прегледите. Абонаментната система включва trial и premium опции за разширени функции. Приложението е тип SPA за по-добра производителност и удобство.</a:t>
            </a:r>
            <a:endParaRPr b="0" i="0" sz="14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5"/>
          <p:cNvSpPr txBox="1"/>
          <p:nvPr>
            <p:ph type="title"/>
          </p:nvPr>
        </p:nvSpPr>
        <p:spPr>
          <a:xfrm>
            <a:off x="3514680" y="752400"/>
            <a:ext cx="4914720" cy="11044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2500" lnSpcReduction="9999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lata"/>
              <a:buNone/>
            </a:pPr>
            <a:r>
              <a:rPr b="0" lang="en-US" sz="3500" u="none" strike="noStrik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Управление на лекарства и прегледи</a:t>
            </a:r>
            <a:endParaRPr b="0" sz="35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5"/>
          <p:cNvSpPr txBox="1"/>
          <p:nvPr>
            <p:ph idx="1" type="subTitle"/>
          </p:nvPr>
        </p:nvSpPr>
        <p:spPr>
          <a:xfrm>
            <a:off x="4172040" y="1866960"/>
            <a:ext cx="4266720" cy="27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Потребителят може да добавя, редактира и изтрива записи за лекарства и прегледи. Лекарствата се проследяват по параметри като доза, честота на прием и наличност. Лекарските прегледи съдържат данни за дата, лекар и причина. Опциите за абонамент позволяват преглед на статус и ъпгрейд към premium за по-пълноценно управление на личното здраве.</a:t>
            </a:r>
            <a:endParaRPr b="0" i="0" sz="14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628" name="Google Shape;628;p5"/>
          <p:cNvGrpSpPr/>
          <p:nvPr/>
        </p:nvGrpSpPr>
        <p:grpSpPr>
          <a:xfrm>
            <a:off x="889200" y="1473840"/>
            <a:ext cx="2821320" cy="2642760"/>
            <a:chOff x="889200" y="1473840"/>
            <a:chExt cx="2821320" cy="2642760"/>
          </a:xfrm>
        </p:grpSpPr>
        <p:sp>
          <p:nvSpPr>
            <p:cNvPr id="629" name="Google Shape;629;p5"/>
            <p:cNvSpPr/>
            <p:nvPr/>
          </p:nvSpPr>
          <p:spPr>
            <a:xfrm>
              <a:off x="923760" y="1520640"/>
              <a:ext cx="2691360" cy="2595960"/>
            </a:xfrm>
            <a:custGeom>
              <a:rect b="b" l="l" r="r" t="t"/>
              <a:pathLst>
                <a:path extrusionOk="0" h="64925" w="67307">
                  <a:moveTo>
                    <a:pt x="34846" y="1"/>
                  </a:moveTo>
                  <a:cubicBezTo>
                    <a:pt x="25205" y="1"/>
                    <a:pt x="15833" y="4313"/>
                    <a:pt x="9547" y="12127"/>
                  </a:cubicBezTo>
                  <a:cubicBezTo>
                    <a:pt x="913" y="22861"/>
                    <a:pt x="0" y="37867"/>
                    <a:pt x="7266" y="49568"/>
                  </a:cubicBezTo>
                  <a:cubicBezTo>
                    <a:pt x="13264" y="59254"/>
                    <a:pt x="23790" y="64924"/>
                    <a:pt x="34858" y="64924"/>
                  </a:cubicBezTo>
                  <a:cubicBezTo>
                    <a:pt x="37162" y="64924"/>
                    <a:pt x="39489" y="64679"/>
                    <a:pt x="41804" y="64172"/>
                  </a:cubicBezTo>
                  <a:lnTo>
                    <a:pt x="42060" y="64099"/>
                  </a:lnTo>
                  <a:cubicBezTo>
                    <a:pt x="56828" y="60740"/>
                    <a:pt x="67306" y="47615"/>
                    <a:pt x="67306" y="32463"/>
                  </a:cubicBezTo>
                  <a:cubicBezTo>
                    <a:pt x="67306" y="18699"/>
                    <a:pt x="58617" y="6413"/>
                    <a:pt x="45619" y="1849"/>
                  </a:cubicBezTo>
                  <a:cubicBezTo>
                    <a:pt x="42089" y="603"/>
                    <a:pt x="38449" y="1"/>
                    <a:pt x="348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0" name="Google Shape;630;p5"/>
            <p:cNvSpPr/>
            <p:nvPr/>
          </p:nvSpPr>
          <p:spPr>
            <a:xfrm>
              <a:off x="889200" y="1473840"/>
              <a:ext cx="715680" cy="1468440"/>
            </a:xfrm>
            <a:custGeom>
              <a:rect b="b" l="l" r="r" t="t"/>
              <a:pathLst>
                <a:path extrusionOk="0" h="36724" w="17909">
                  <a:moveTo>
                    <a:pt x="11026" y="1"/>
                  </a:moveTo>
                  <a:cubicBezTo>
                    <a:pt x="8744" y="1"/>
                    <a:pt x="6214" y="1084"/>
                    <a:pt x="4272" y="3116"/>
                  </a:cubicBezTo>
                  <a:cubicBezTo>
                    <a:pt x="2592" y="4850"/>
                    <a:pt x="0" y="8793"/>
                    <a:pt x="1351" y="15602"/>
                  </a:cubicBezTo>
                  <a:cubicBezTo>
                    <a:pt x="1880" y="18340"/>
                    <a:pt x="2994" y="21188"/>
                    <a:pt x="4655" y="24182"/>
                  </a:cubicBezTo>
                  <a:cubicBezTo>
                    <a:pt x="6608" y="27669"/>
                    <a:pt x="9310" y="31320"/>
                    <a:pt x="12779" y="35117"/>
                  </a:cubicBezTo>
                  <a:cubicBezTo>
                    <a:pt x="13144" y="35518"/>
                    <a:pt x="13527" y="35938"/>
                    <a:pt x="13929" y="36358"/>
                  </a:cubicBezTo>
                  <a:lnTo>
                    <a:pt x="14275" y="36723"/>
                  </a:lnTo>
                  <a:lnTo>
                    <a:pt x="14622" y="36395"/>
                  </a:lnTo>
                  <a:lnTo>
                    <a:pt x="14969" y="36048"/>
                  </a:lnTo>
                  <a:cubicBezTo>
                    <a:pt x="14841" y="35920"/>
                    <a:pt x="14714" y="35792"/>
                    <a:pt x="14604" y="35665"/>
                  </a:cubicBezTo>
                  <a:cubicBezTo>
                    <a:pt x="14202" y="35263"/>
                    <a:pt x="13819" y="34861"/>
                    <a:pt x="13454" y="34441"/>
                  </a:cubicBezTo>
                  <a:cubicBezTo>
                    <a:pt x="9639" y="30261"/>
                    <a:pt x="6919" y="26391"/>
                    <a:pt x="5075" y="22904"/>
                  </a:cubicBezTo>
                  <a:cubicBezTo>
                    <a:pt x="365" y="13977"/>
                    <a:pt x="1442" y="7424"/>
                    <a:pt x="4965" y="3773"/>
                  </a:cubicBezTo>
                  <a:cubicBezTo>
                    <a:pt x="6704" y="1955"/>
                    <a:pt x="9022" y="960"/>
                    <a:pt x="11064" y="960"/>
                  </a:cubicBezTo>
                  <a:cubicBezTo>
                    <a:pt x="12281" y="960"/>
                    <a:pt x="13400" y="1314"/>
                    <a:pt x="14239" y="2057"/>
                  </a:cubicBezTo>
                  <a:cubicBezTo>
                    <a:pt x="15736" y="3353"/>
                    <a:pt x="16740" y="5124"/>
                    <a:pt x="17050" y="7077"/>
                  </a:cubicBezTo>
                  <a:cubicBezTo>
                    <a:pt x="17342" y="6895"/>
                    <a:pt x="17616" y="6694"/>
                    <a:pt x="17908" y="6511"/>
                  </a:cubicBezTo>
                  <a:cubicBezTo>
                    <a:pt x="17488" y="4503"/>
                    <a:pt x="16411" y="2678"/>
                    <a:pt x="14860" y="1345"/>
                  </a:cubicBezTo>
                  <a:cubicBezTo>
                    <a:pt x="13825" y="437"/>
                    <a:pt x="12475" y="1"/>
                    <a:pt x="11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1" name="Google Shape;631;p5"/>
            <p:cNvSpPr/>
            <p:nvPr/>
          </p:nvSpPr>
          <p:spPr>
            <a:xfrm>
              <a:off x="1384200" y="2840040"/>
              <a:ext cx="116640" cy="115920"/>
            </a:xfrm>
            <a:custGeom>
              <a:rect b="b" l="l" r="r" t="t"/>
              <a:pathLst>
                <a:path extrusionOk="0" h="2904" w="2922">
                  <a:moveTo>
                    <a:pt x="1388" y="1"/>
                  </a:moveTo>
                  <a:lnTo>
                    <a:pt x="1078" y="293"/>
                  </a:lnTo>
                  <a:lnTo>
                    <a:pt x="384" y="950"/>
                  </a:lnTo>
                  <a:lnTo>
                    <a:pt x="1" y="1315"/>
                  </a:lnTo>
                  <a:cubicBezTo>
                    <a:pt x="421" y="1753"/>
                    <a:pt x="841" y="2191"/>
                    <a:pt x="1279" y="2629"/>
                  </a:cubicBezTo>
                  <a:lnTo>
                    <a:pt x="1571" y="2903"/>
                  </a:lnTo>
                  <a:lnTo>
                    <a:pt x="2246" y="2228"/>
                  </a:lnTo>
                  <a:lnTo>
                    <a:pt x="2575" y="1881"/>
                  </a:lnTo>
                  <a:lnTo>
                    <a:pt x="2922" y="1552"/>
                  </a:lnTo>
                  <a:cubicBezTo>
                    <a:pt x="2812" y="1443"/>
                    <a:pt x="2721" y="1351"/>
                    <a:pt x="2611" y="1242"/>
                  </a:cubicBezTo>
                  <a:cubicBezTo>
                    <a:pt x="2192" y="822"/>
                    <a:pt x="1790" y="402"/>
                    <a:pt x="13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2" name="Google Shape;632;p5"/>
            <p:cNvSpPr/>
            <p:nvPr/>
          </p:nvSpPr>
          <p:spPr>
            <a:xfrm>
              <a:off x="1386720" y="2872080"/>
              <a:ext cx="321840" cy="268920"/>
            </a:xfrm>
            <a:custGeom>
              <a:rect b="b" l="l" r="r" t="t"/>
              <a:pathLst>
                <a:path extrusionOk="0" h="6731" w="8061">
                  <a:moveTo>
                    <a:pt x="4231" y="1"/>
                  </a:moveTo>
                  <a:cubicBezTo>
                    <a:pt x="3739" y="1"/>
                    <a:pt x="3239" y="108"/>
                    <a:pt x="2767" y="334"/>
                  </a:cubicBezTo>
                  <a:cubicBezTo>
                    <a:pt x="2693" y="371"/>
                    <a:pt x="2620" y="426"/>
                    <a:pt x="2547" y="462"/>
                  </a:cubicBezTo>
                  <a:cubicBezTo>
                    <a:pt x="2401" y="535"/>
                    <a:pt x="2274" y="626"/>
                    <a:pt x="2146" y="718"/>
                  </a:cubicBezTo>
                  <a:cubicBezTo>
                    <a:pt x="1890" y="919"/>
                    <a:pt x="1671" y="1138"/>
                    <a:pt x="1489" y="1411"/>
                  </a:cubicBezTo>
                  <a:cubicBezTo>
                    <a:pt x="1379" y="1539"/>
                    <a:pt x="1288" y="1685"/>
                    <a:pt x="1215" y="1831"/>
                  </a:cubicBezTo>
                  <a:cubicBezTo>
                    <a:pt x="1" y="4199"/>
                    <a:pt x="1852" y="6730"/>
                    <a:pt x="4179" y="6730"/>
                  </a:cubicBezTo>
                  <a:cubicBezTo>
                    <a:pt x="4651" y="6730"/>
                    <a:pt x="5143" y="6626"/>
                    <a:pt x="5633" y="6395"/>
                  </a:cubicBezTo>
                  <a:lnTo>
                    <a:pt x="5633" y="6413"/>
                  </a:lnTo>
                  <a:cubicBezTo>
                    <a:pt x="7330" y="5628"/>
                    <a:pt x="8060" y="3602"/>
                    <a:pt x="7276" y="1923"/>
                  </a:cubicBezTo>
                  <a:cubicBezTo>
                    <a:pt x="6698" y="702"/>
                    <a:pt x="5489" y="1"/>
                    <a:pt x="42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3" name="Google Shape;633;p5"/>
            <p:cNvSpPr/>
            <p:nvPr/>
          </p:nvSpPr>
          <p:spPr>
            <a:xfrm>
              <a:off x="1469160" y="2936520"/>
              <a:ext cx="171360" cy="139320"/>
            </a:xfrm>
            <a:custGeom>
              <a:rect b="b" l="l" r="r" t="t"/>
              <a:pathLst>
                <a:path extrusionOk="0" h="3493" w="4290">
                  <a:moveTo>
                    <a:pt x="2130" y="1"/>
                  </a:moveTo>
                  <a:cubicBezTo>
                    <a:pt x="921" y="1"/>
                    <a:pt x="0" y="1291"/>
                    <a:pt x="565" y="2500"/>
                  </a:cubicBezTo>
                  <a:cubicBezTo>
                    <a:pt x="856" y="3120"/>
                    <a:pt x="1480" y="3493"/>
                    <a:pt x="2135" y="3493"/>
                  </a:cubicBezTo>
                  <a:cubicBezTo>
                    <a:pt x="2386" y="3493"/>
                    <a:pt x="2641" y="3438"/>
                    <a:pt x="2884" y="3322"/>
                  </a:cubicBezTo>
                  <a:cubicBezTo>
                    <a:pt x="4290" y="2664"/>
                    <a:pt x="4198" y="638"/>
                    <a:pt x="2738" y="109"/>
                  </a:cubicBezTo>
                  <a:cubicBezTo>
                    <a:pt x="2531" y="35"/>
                    <a:pt x="2327" y="1"/>
                    <a:pt x="21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9825" lIns="91425" spcFirstLastPara="1" rIns="91425" wrap="square" tIns="69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4" name="Google Shape;634;p5"/>
            <p:cNvSpPr/>
            <p:nvPr/>
          </p:nvSpPr>
          <p:spPr>
            <a:xfrm>
              <a:off x="1522080" y="2980080"/>
              <a:ext cx="64800" cy="52200"/>
            </a:xfrm>
            <a:custGeom>
              <a:rect b="b" l="l" r="r" t="t"/>
              <a:pathLst>
                <a:path extrusionOk="0" h="1315" w="1626">
                  <a:moveTo>
                    <a:pt x="795" y="1"/>
                  </a:moveTo>
                  <a:cubicBezTo>
                    <a:pt x="347" y="1"/>
                    <a:pt x="1" y="482"/>
                    <a:pt x="220" y="937"/>
                  </a:cubicBezTo>
                  <a:cubicBezTo>
                    <a:pt x="338" y="1173"/>
                    <a:pt x="570" y="1315"/>
                    <a:pt x="813" y="1315"/>
                  </a:cubicBezTo>
                  <a:cubicBezTo>
                    <a:pt x="908" y="1315"/>
                    <a:pt x="1004" y="1293"/>
                    <a:pt x="1096" y="1247"/>
                  </a:cubicBezTo>
                  <a:cubicBezTo>
                    <a:pt x="1626" y="991"/>
                    <a:pt x="1589" y="243"/>
                    <a:pt x="1023" y="42"/>
                  </a:cubicBezTo>
                  <a:cubicBezTo>
                    <a:pt x="946" y="14"/>
                    <a:pt x="869" y="1"/>
                    <a:pt x="795" y="1"/>
                  </a:cubicBezTo>
                  <a:close/>
                </a:path>
              </a:pathLst>
            </a:custGeom>
            <a:solidFill>
              <a:srgbClr val="202632"/>
            </a:solidFill>
            <a:ln>
              <a:noFill/>
            </a:ln>
          </p:spPr>
          <p:txBody>
            <a:bodyPr anchorCtr="0" anchor="ctr" bIns="26275" lIns="91425" spcFirstLastPara="1" rIns="91425" wrap="square" tIns="2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5" name="Google Shape;635;p5"/>
            <p:cNvSpPr/>
            <p:nvPr/>
          </p:nvSpPr>
          <p:spPr>
            <a:xfrm>
              <a:off x="3313080" y="2965680"/>
              <a:ext cx="361800" cy="685080"/>
            </a:xfrm>
            <a:custGeom>
              <a:rect b="b" l="l" r="r" t="t"/>
              <a:pathLst>
                <a:path extrusionOk="0" h="17142" w="9056">
                  <a:moveTo>
                    <a:pt x="7741" y="0"/>
                  </a:moveTo>
                  <a:lnTo>
                    <a:pt x="7339" y="92"/>
                  </a:lnTo>
                  <a:lnTo>
                    <a:pt x="6792" y="220"/>
                  </a:lnTo>
                  <a:cubicBezTo>
                    <a:pt x="6828" y="384"/>
                    <a:pt x="6865" y="548"/>
                    <a:pt x="6901" y="712"/>
                  </a:cubicBezTo>
                  <a:cubicBezTo>
                    <a:pt x="6974" y="1059"/>
                    <a:pt x="7047" y="1424"/>
                    <a:pt x="7102" y="1771"/>
                  </a:cubicBezTo>
                  <a:cubicBezTo>
                    <a:pt x="7978" y="6901"/>
                    <a:pt x="7376" y="10753"/>
                    <a:pt x="5277" y="13217"/>
                  </a:cubicBezTo>
                  <a:cubicBezTo>
                    <a:pt x="4236" y="14458"/>
                    <a:pt x="2794" y="15371"/>
                    <a:pt x="987" y="15919"/>
                  </a:cubicBezTo>
                  <a:cubicBezTo>
                    <a:pt x="658" y="16339"/>
                    <a:pt x="329" y="16740"/>
                    <a:pt x="1" y="17142"/>
                  </a:cubicBezTo>
                  <a:cubicBezTo>
                    <a:pt x="2593" y="16613"/>
                    <a:pt x="4601" y="15499"/>
                    <a:pt x="6007" y="13838"/>
                  </a:cubicBezTo>
                  <a:cubicBezTo>
                    <a:pt x="8453" y="10954"/>
                    <a:pt x="9055" y="6463"/>
                    <a:pt x="7832" y="457"/>
                  </a:cubicBezTo>
                  <a:cubicBezTo>
                    <a:pt x="7796" y="311"/>
                    <a:pt x="7759" y="165"/>
                    <a:pt x="7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6" name="Google Shape;636;p5"/>
            <p:cNvSpPr/>
            <p:nvPr/>
          </p:nvSpPr>
          <p:spPr>
            <a:xfrm>
              <a:off x="3287880" y="2490480"/>
              <a:ext cx="414000" cy="312120"/>
            </a:xfrm>
            <a:custGeom>
              <a:rect b="b" l="l" r="r" t="t"/>
              <a:pathLst>
                <a:path extrusionOk="0" h="7815" w="10363">
                  <a:moveTo>
                    <a:pt x="10052" y="0"/>
                  </a:moveTo>
                  <a:cubicBezTo>
                    <a:pt x="9888" y="0"/>
                    <a:pt x="9760" y="128"/>
                    <a:pt x="9760" y="292"/>
                  </a:cubicBezTo>
                  <a:lnTo>
                    <a:pt x="9779" y="4035"/>
                  </a:lnTo>
                  <a:lnTo>
                    <a:pt x="9779" y="4163"/>
                  </a:lnTo>
                  <a:cubicBezTo>
                    <a:pt x="9724" y="5167"/>
                    <a:pt x="9085" y="6043"/>
                    <a:pt x="8136" y="6390"/>
                  </a:cubicBezTo>
                  <a:cubicBezTo>
                    <a:pt x="8081" y="6408"/>
                    <a:pt x="8008" y="6426"/>
                    <a:pt x="7953" y="6444"/>
                  </a:cubicBezTo>
                  <a:lnTo>
                    <a:pt x="5270" y="7156"/>
                  </a:lnTo>
                  <a:cubicBezTo>
                    <a:pt x="5055" y="7216"/>
                    <a:pt x="4838" y="7244"/>
                    <a:pt x="4622" y="7244"/>
                  </a:cubicBezTo>
                  <a:cubicBezTo>
                    <a:pt x="3775" y="7244"/>
                    <a:pt x="2964" y="6803"/>
                    <a:pt x="2513" y="6061"/>
                  </a:cubicBezTo>
                  <a:cubicBezTo>
                    <a:pt x="2495" y="6043"/>
                    <a:pt x="2477" y="6025"/>
                    <a:pt x="2477" y="6006"/>
                  </a:cubicBezTo>
                  <a:lnTo>
                    <a:pt x="596" y="2775"/>
                  </a:lnTo>
                  <a:cubicBezTo>
                    <a:pt x="535" y="2670"/>
                    <a:pt x="441" y="2626"/>
                    <a:pt x="350" y="2626"/>
                  </a:cubicBezTo>
                  <a:cubicBezTo>
                    <a:pt x="172" y="2626"/>
                    <a:pt x="1" y="2795"/>
                    <a:pt x="85" y="3012"/>
                  </a:cubicBezTo>
                  <a:cubicBezTo>
                    <a:pt x="85" y="3031"/>
                    <a:pt x="85" y="3049"/>
                    <a:pt x="103" y="3049"/>
                  </a:cubicBezTo>
                  <a:lnTo>
                    <a:pt x="1965" y="6280"/>
                  </a:lnTo>
                  <a:cubicBezTo>
                    <a:pt x="1984" y="6317"/>
                    <a:pt x="2002" y="6353"/>
                    <a:pt x="2039" y="6371"/>
                  </a:cubicBezTo>
                  <a:cubicBezTo>
                    <a:pt x="2294" y="6791"/>
                    <a:pt x="2641" y="7138"/>
                    <a:pt x="3061" y="7375"/>
                  </a:cubicBezTo>
                  <a:cubicBezTo>
                    <a:pt x="3152" y="7448"/>
                    <a:pt x="3262" y="7485"/>
                    <a:pt x="3371" y="7540"/>
                  </a:cubicBezTo>
                  <a:cubicBezTo>
                    <a:pt x="3462" y="7576"/>
                    <a:pt x="3554" y="7613"/>
                    <a:pt x="3645" y="7649"/>
                  </a:cubicBezTo>
                  <a:cubicBezTo>
                    <a:pt x="3966" y="7760"/>
                    <a:pt x="4293" y="7815"/>
                    <a:pt x="4619" y="7815"/>
                  </a:cubicBezTo>
                  <a:cubicBezTo>
                    <a:pt x="4886" y="7815"/>
                    <a:pt x="5153" y="7778"/>
                    <a:pt x="5416" y="7704"/>
                  </a:cubicBezTo>
                  <a:lnTo>
                    <a:pt x="8099" y="6974"/>
                  </a:lnTo>
                  <a:lnTo>
                    <a:pt x="8172" y="6956"/>
                  </a:lnTo>
                  <a:cubicBezTo>
                    <a:pt x="8720" y="6791"/>
                    <a:pt x="9213" y="6481"/>
                    <a:pt x="9596" y="6043"/>
                  </a:cubicBezTo>
                  <a:cubicBezTo>
                    <a:pt x="9669" y="5970"/>
                    <a:pt x="9724" y="5897"/>
                    <a:pt x="9797" y="5824"/>
                  </a:cubicBezTo>
                  <a:cubicBezTo>
                    <a:pt x="9852" y="5733"/>
                    <a:pt x="9925" y="5623"/>
                    <a:pt x="9979" y="5532"/>
                  </a:cubicBezTo>
                  <a:cubicBezTo>
                    <a:pt x="10199" y="5112"/>
                    <a:pt x="10326" y="4655"/>
                    <a:pt x="10363" y="4181"/>
                  </a:cubicBezTo>
                  <a:lnTo>
                    <a:pt x="10363" y="4035"/>
                  </a:lnTo>
                  <a:lnTo>
                    <a:pt x="10326" y="292"/>
                  </a:lnTo>
                  <a:cubicBezTo>
                    <a:pt x="10326" y="274"/>
                    <a:pt x="10326" y="274"/>
                    <a:pt x="10326" y="256"/>
                  </a:cubicBezTo>
                  <a:cubicBezTo>
                    <a:pt x="10308" y="110"/>
                    <a:pt x="10199" y="0"/>
                    <a:pt x="100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7" name="Google Shape;637;p5"/>
            <p:cNvSpPr/>
            <p:nvPr/>
          </p:nvSpPr>
          <p:spPr>
            <a:xfrm>
              <a:off x="3469320" y="2165400"/>
              <a:ext cx="233280" cy="687600"/>
            </a:xfrm>
            <a:custGeom>
              <a:rect b="b" l="l" r="r" t="t"/>
              <a:pathLst>
                <a:path extrusionOk="0" h="17199" w="5843">
                  <a:moveTo>
                    <a:pt x="2245" y="1"/>
                  </a:moveTo>
                  <a:cubicBezTo>
                    <a:pt x="1934" y="1"/>
                    <a:pt x="1616" y="42"/>
                    <a:pt x="1297" y="130"/>
                  </a:cubicBezTo>
                  <a:lnTo>
                    <a:pt x="256" y="404"/>
                  </a:lnTo>
                  <a:cubicBezTo>
                    <a:pt x="92" y="440"/>
                    <a:pt x="0" y="604"/>
                    <a:pt x="55" y="769"/>
                  </a:cubicBezTo>
                  <a:cubicBezTo>
                    <a:pt x="86" y="893"/>
                    <a:pt x="210" y="977"/>
                    <a:pt x="336" y="977"/>
                  </a:cubicBezTo>
                  <a:cubicBezTo>
                    <a:pt x="358" y="977"/>
                    <a:pt x="380" y="975"/>
                    <a:pt x="402" y="969"/>
                  </a:cubicBezTo>
                  <a:lnTo>
                    <a:pt x="1443" y="677"/>
                  </a:lnTo>
                  <a:cubicBezTo>
                    <a:pt x="1707" y="606"/>
                    <a:pt x="1970" y="573"/>
                    <a:pt x="2228" y="573"/>
                  </a:cubicBezTo>
                  <a:cubicBezTo>
                    <a:pt x="3823" y="573"/>
                    <a:pt x="5203" y="1862"/>
                    <a:pt x="5203" y="3543"/>
                  </a:cubicBezTo>
                  <a:lnTo>
                    <a:pt x="5276" y="16888"/>
                  </a:lnTo>
                  <a:cubicBezTo>
                    <a:pt x="5276" y="17052"/>
                    <a:pt x="5404" y="17180"/>
                    <a:pt x="5568" y="17180"/>
                  </a:cubicBezTo>
                  <a:lnTo>
                    <a:pt x="5568" y="17198"/>
                  </a:lnTo>
                  <a:cubicBezTo>
                    <a:pt x="5714" y="17180"/>
                    <a:pt x="5842" y="17052"/>
                    <a:pt x="5842" y="16906"/>
                  </a:cubicBezTo>
                  <a:lnTo>
                    <a:pt x="5787" y="3543"/>
                  </a:lnTo>
                  <a:cubicBezTo>
                    <a:pt x="5772" y="1536"/>
                    <a:pt x="4140" y="1"/>
                    <a:pt x="22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8" name="Google Shape;638;p5"/>
            <p:cNvSpPr/>
            <p:nvPr/>
          </p:nvSpPr>
          <p:spPr>
            <a:xfrm>
              <a:off x="3147480" y="2224080"/>
              <a:ext cx="336960" cy="687960"/>
            </a:xfrm>
            <a:custGeom>
              <a:rect b="b" l="l" r="r" t="t"/>
              <a:pathLst>
                <a:path extrusionOk="0" h="17215" w="8435">
                  <a:moveTo>
                    <a:pt x="4470" y="0"/>
                  </a:moveTo>
                  <a:cubicBezTo>
                    <a:pt x="4437" y="0"/>
                    <a:pt x="4401" y="6"/>
                    <a:pt x="4364" y="19"/>
                  </a:cubicBezTo>
                  <a:lnTo>
                    <a:pt x="3323" y="292"/>
                  </a:lnTo>
                  <a:cubicBezTo>
                    <a:pt x="1060" y="913"/>
                    <a:pt x="1" y="3487"/>
                    <a:pt x="1169" y="5513"/>
                  </a:cubicBezTo>
                  <a:lnTo>
                    <a:pt x="3597" y="9694"/>
                  </a:lnTo>
                  <a:lnTo>
                    <a:pt x="5551" y="13053"/>
                  </a:lnTo>
                  <a:lnTo>
                    <a:pt x="6226" y="14258"/>
                  </a:lnTo>
                  <a:lnTo>
                    <a:pt x="7869" y="17069"/>
                  </a:lnTo>
                  <a:cubicBezTo>
                    <a:pt x="7905" y="17160"/>
                    <a:pt x="8015" y="17215"/>
                    <a:pt x="8106" y="17215"/>
                  </a:cubicBezTo>
                  <a:cubicBezTo>
                    <a:pt x="8161" y="17215"/>
                    <a:pt x="8216" y="17197"/>
                    <a:pt x="8252" y="17178"/>
                  </a:cubicBezTo>
                  <a:cubicBezTo>
                    <a:pt x="8398" y="17087"/>
                    <a:pt x="8435" y="16923"/>
                    <a:pt x="8362" y="16777"/>
                  </a:cubicBezTo>
                  <a:lnTo>
                    <a:pt x="6883" y="14239"/>
                  </a:lnTo>
                  <a:lnTo>
                    <a:pt x="6737" y="13984"/>
                  </a:lnTo>
                  <a:lnTo>
                    <a:pt x="6025" y="12761"/>
                  </a:lnTo>
                  <a:lnTo>
                    <a:pt x="1680" y="5221"/>
                  </a:lnTo>
                  <a:cubicBezTo>
                    <a:pt x="695" y="3524"/>
                    <a:pt x="1571" y="1369"/>
                    <a:pt x="3469" y="858"/>
                  </a:cubicBezTo>
                  <a:lnTo>
                    <a:pt x="4510" y="566"/>
                  </a:lnTo>
                  <a:cubicBezTo>
                    <a:pt x="4872" y="484"/>
                    <a:pt x="4774" y="0"/>
                    <a:pt x="44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9" name="Google Shape;639;p5"/>
            <p:cNvSpPr/>
            <p:nvPr/>
          </p:nvSpPr>
          <p:spPr>
            <a:xfrm>
              <a:off x="3389760" y="2711520"/>
              <a:ext cx="320760" cy="288000"/>
            </a:xfrm>
            <a:custGeom>
              <a:rect b="b" l="l" r="r" t="t"/>
              <a:pathLst>
                <a:path extrusionOk="0" h="7213" w="8033">
                  <a:moveTo>
                    <a:pt x="7047" y="1"/>
                  </a:moveTo>
                  <a:lnTo>
                    <a:pt x="7047" y="530"/>
                  </a:lnTo>
                  <a:lnTo>
                    <a:pt x="7065" y="4601"/>
                  </a:lnTo>
                  <a:cubicBezTo>
                    <a:pt x="7065" y="5130"/>
                    <a:pt x="6719" y="5587"/>
                    <a:pt x="6207" y="5733"/>
                  </a:cubicBezTo>
                  <a:lnTo>
                    <a:pt x="5477" y="5934"/>
                  </a:lnTo>
                  <a:lnTo>
                    <a:pt x="4455" y="6207"/>
                  </a:lnTo>
                  <a:cubicBezTo>
                    <a:pt x="4349" y="6238"/>
                    <a:pt x="4242" y="6252"/>
                    <a:pt x="4137" y="6252"/>
                  </a:cubicBezTo>
                  <a:cubicBezTo>
                    <a:pt x="3736" y="6252"/>
                    <a:pt x="3361" y="6040"/>
                    <a:pt x="3159" y="5678"/>
                  </a:cubicBezTo>
                  <a:lnTo>
                    <a:pt x="1096" y="2137"/>
                  </a:lnTo>
                  <a:lnTo>
                    <a:pt x="840" y="1680"/>
                  </a:lnTo>
                  <a:lnTo>
                    <a:pt x="676" y="1771"/>
                  </a:lnTo>
                  <a:lnTo>
                    <a:pt x="512" y="1863"/>
                  </a:lnTo>
                  <a:lnTo>
                    <a:pt x="165" y="2064"/>
                  </a:lnTo>
                  <a:lnTo>
                    <a:pt x="1" y="2155"/>
                  </a:lnTo>
                  <a:lnTo>
                    <a:pt x="2319" y="6153"/>
                  </a:lnTo>
                  <a:cubicBezTo>
                    <a:pt x="2700" y="6812"/>
                    <a:pt x="3411" y="7213"/>
                    <a:pt x="4149" y="7213"/>
                  </a:cubicBezTo>
                  <a:cubicBezTo>
                    <a:pt x="4330" y="7213"/>
                    <a:pt x="4512" y="7189"/>
                    <a:pt x="4692" y="7138"/>
                  </a:cubicBezTo>
                  <a:lnTo>
                    <a:pt x="4984" y="7065"/>
                  </a:lnTo>
                  <a:lnTo>
                    <a:pt x="5349" y="6956"/>
                  </a:lnTo>
                  <a:lnTo>
                    <a:pt x="5897" y="6810"/>
                  </a:lnTo>
                  <a:lnTo>
                    <a:pt x="6463" y="6664"/>
                  </a:lnTo>
                  <a:cubicBezTo>
                    <a:pt x="7394" y="6408"/>
                    <a:pt x="8033" y="5568"/>
                    <a:pt x="8033" y="4601"/>
                  </a:cubicBezTo>
                  <a:lnTo>
                    <a:pt x="80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0" name="Google Shape;640;p5"/>
            <p:cNvSpPr/>
            <p:nvPr/>
          </p:nvSpPr>
          <p:spPr>
            <a:xfrm>
              <a:off x="2155320" y="1702080"/>
              <a:ext cx="509400" cy="339120"/>
            </a:xfrm>
            <a:custGeom>
              <a:rect b="b" l="l" r="r" t="t"/>
              <a:pathLst>
                <a:path extrusionOk="0" h="8490" w="12743">
                  <a:moveTo>
                    <a:pt x="7467" y="1"/>
                  </a:moveTo>
                  <a:cubicBezTo>
                    <a:pt x="3724" y="1"/>
                    <a:pt x="2830" y="2940"/>
                    <a:pt x="0" y="3214"/>
                  </a:cubicBezTo>
                  <a:lnTo>
                    <a:pt x="1935" y="8490"/>
                  </a:lnTo>
                  <a:lnTo>
                    <a:pt x="11373" y="8490"/>
                  </a:lnTo>
                  <a:lnTo>
                    <a:pt x="12742" y="3177"/>
                  </a:lnTo>
                  <a:cubicBezTo>
                    <a:pt x="10406" y="2392"/>
                    <a:pt x="10132" y="1"/>
                    <a:pt x="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1" name="Google Shape;641;p5"/>
            <p:cNvSpPr/>
            <p:nvPr/>
          </p:nvSpPr>
          <p:spPr>
            <a:xfrm>
              <a:off x="2453760" y="1809360"/>
              <a:ext cx="39960" cy="108360"/>
            </a:xfrm>
            <a:custGeom>
              <a:rect b="b" l="l" r="r" t="t"/>
              <a:pathLst>
                <a:path extrusionOk="0" h="2721" w="1005">
                  <a:moveTo>
                    <a:pt x="329" y="0"/>
                  </a:moveTo>
                  <a:lnTo>
                    <a:pt x="1" y="2611"/>
                  </a:lnTo>
                  <a:lnTo>
                    <a:pt x="859" y="2720"/>
                  </a:lnTo>
                  <a:lnTo>
                    <a:pt x="1005" y="7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6663"/>
            </a:solidFill>
            <a:ln>
              <a:noFill/>
            </a:ln>
          </p:spPr>
          <p:txBody>
            <a:bodyPr anchorCtr="0" anchor="ctr" bIns="54350" lIns="91425" spcFirstLastPara="1" rIns="91425" wrap="square" tIns="54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2" name="Google Shape;642;p5"/>
            <p:cNvSpPr/>
            <p:nvPr/>
          </p:nvSpPr>
          <p:spPr>
            <a:xfrm>
              <a:off x="2423160" y="1839960"/>
              <a:ext cx="108360" cy="39960"/>
            </a:xfrm>
            <a:custGeom>
              <a:rect b="b" l="l" r="r" t="t"/>
              <a:pathLst>
                <a:path extrusionOk="0" h="1005" w="2721">
                  <a:moveTo>
                    <a:pt x="92" y="0"/>
                  </a:moveTo>
                  <a:lnTo>
                    <a:pt x="1" y="858"/>
                  </a:lnTo>
                  <a:lnTo>
                    <a:pt x="2630" y="1004"/>
                  </a:lnTo>
                  <a:lnTo>
                    <a:pt x="2721" y="329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FF6663"/>
            </a:solidFill>
            <a:ln>
              <a:noFill/>
            </a:ln>
          </p:spPr>
          <p:txBody>
            <a:bodyPr anchorCtr="0" anchor="ctr" bIns="20150" lIns="91425" spcFirstLastPara="1" rIns="91425" wrap="square" tIns="20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3" name="Google Shape;643;p5"/>
            <p:cNvSpPr/>
            <p:nvPr/>
          </p:nvSpPr>
          <p:spPr>
            <a:xfrm>
              <a:off x="2832840" y="3432960"/>
              <a:ext cx="271080" cy="234720"/>
            </a:xfrm>
            <a:custGeom>
              <a:rect b="b" l="l" r="r" t="t"/>
              <a:pathLst>
                <a:path extrusionOk="0" h="5879" w="6791">
                  <a:moveTo>
                    <a:pt x="6681" y="1"/>
                  </a:moveTo>
                  <a:lnTo>
                    <a:pt x="6681" y="1"/>
                  </a:lnTo>
                  <a:cubicBezTo>
                    <a:pt x="3633" y="202"/>
                    <a:pt x="0" y="2830"/>
                    <a:pt x="0" y="2830"/>
                  </a:cubicBezTo>
                  <a:lnTo>
                    <a:pt x="1077" y="5879"/>
                  </a:lnTo>
                  <a:cubicBezTo>
                    <a:pt x="6791" y="2465"/>
                    <a:pt x="6681" y="1"/>
                    <a:pt x="6681" y="1"/>
                  </a:cubicBezTo>
                  <a:close/>
                </a:path>
              </a:pathLst>
            </a:custGeom>
            <a:solidFill>
              <a:srgbClr val="2026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4" name="Google Shape;644;p5"/>
            <p:cNvSpPr/>
            <p:nvPr/>
          </p:nvSpPr>
          <p:spPr>
            <a:xfrm>
              <a:off x="1563120" y="3445560"/>
              <a:ext cx="336240" cy="269640"/>
            </a:xfrm>
            <a:custGeom>
              <a:rect b="b" l="l" r="r" t="t"/>
              <a:pathLst>
                <a:path extrusionOk="0" h="6755" w="8417">
                  <a:moveTo>
                    <a:pt x="512" y="0"/>
                  </a:moveTo>
                  <a:cubicBezTo>
                    <a:pt x="512" y="0"/>
                    <a:pt x="0" y="3688"/>
                    <a:pt x="8270" y="6754"/>
                  </a:cubicBezTo>
                  <a:lnTo>
                    <a:pt x="8416" y="3268"/>
                  </a:lnTo>
                  <a:cubicBezTo>
                    <a:pt x="8416" y="3268"/>
                    <a:pt x="5094" y="73"/>
                    <a:pt x="512" y="0"/>
                  </a:cubicBezTo>
                  <a:close/>
                </a:path>
              </a:pathLst>
            </a:custGeom>
            <a:solidFill>
              <a:srgbClr val="2026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5" name="Google Shape;645;p5"/>
            <p:cNvSpPr/>
            <p:nvPr/>
          </p:nvSpPr>
          <p:spPr>
            <a:xfrm>
              <a:off x="1584360" y="2781720"/>
              <a:ext cx="1515240" cy="1334880"/>
            </a:xfrm>
            <a:custGeom>
              <a:rect b="b" l="l" r="r" t="t"/>
              <a:pathLst>
                <a:path extrusionOk="0" h="33386" w="37899">
                  <a:moveTo>
                    <a:pt x="16303" y="0"/>
                  </a:moveTo>
                  <a:cubicBezTo>
                    <a:pt x="16303" y="0"/>
                    <a:pt x="15591" y="146"/>
                    <a:pt x="14514" y="402"/>
                  </a:cubicBezTo>
                  <a:cubicBezTo>
                    <a:pt x="14002" y="530"/>
                    <a:pt x="13418" y="694"/>
                    <a:pt x="12779" y="858"/>
                  </a:cubicBezTo>
                  <a:cubicBezTo>
                    <a:pt x="10753" y="1424"/>
                    <a:pt x="8307" y="2209"/>
                    <a:pt x="6755" y="3140"/>
                  </a:cubicBezTo>
                  <a:cubicBezTo>
                    <a:pt x="4638" y="4418"/>
                    <a:pt x="2191" y="10460"/>
                    <a:pt x="895" y="14002"/>
                  </a:cubicBezTo>
                  <a:cubicBezTo>
                    <a:pt x="859" y="14111"/>
                    <a:pt x="841" y="14203"/>
                    <a:pt x="804" y="14294"/>
                  </a:cubicBezTo>
                  <a:cubicBezTo>
                    <a:pt x="311" y="15681"/>
                    <a:pt x="1" y="16612"/>
                    <a:pt x="1" y="16612"/>
                  </a:cubicBezTo>
                  <a:cubicBezTo>
                    <a:pt x="1" y="16612"/>
                    <a:pt x="512" y="16722"/>
                    <a:pt x="1297" y="16941"/>
                  </a:cubicBezTo>
                  <a:lnTo>
                    <a:pt x="1480" y="16996"/>
                  </a:lnTo>
                  <a:cubicBezTo>
                    <a:pt x="2593" y="17306"/>
                    <a:pt x="3707" y="17671"/>
                    <a:pt x="4784" y="18109"/>
                  </a:cubicBezTo>
                  <a:lnTo>
                    <a:pt x="4911" y="18182"/>
                  </a:lnTo>
                  <a:cubicBezTo>
                    <a:pt x="5806" y="18547"/>
                    <a:pt x="6646" y="18985"/>
                    <a:pt x="7431" y="19515"/>
                  </a:cubicBezTo>
                  <a:cubicBezTo>
                    <a:pt x="7577" y="19624"/>
                    <a:pt x="7686" y="19697"/>
                    <a:pt x="7759" y="19752"/>
                  </a:cubicBezTo>
                  <a:lnTo>
                    <a:pt x="7851" y="19825"/>
                  </a:lnTo>
                  <a:lnTo>
                    <a:pt x="7887" y="19843"/>
                  </a:lnTo>
                  <a:cubicBezTo>
                    <a:pt x="7997" y="19935"/>
                    <a:pt x="8106" y="20026"/>
                    <a:pt x="8197" y="20117"/>
                  </a:cubicBezTo>
                  <a:cubicBezTo>
                    <a:pt x="8270" y="20172"/>
                    <a:pt x="8307" y="20227"/>
                    <a:pt x="8380" y="20282"/>
                  </a:cubicBezTo>
                  <a:lnTo>
                    <a:pt x="7285" y="27219"/>
                  </a:lnTo>
                  <a:lnTo>
                    <a:pt x="6646" y="31216"/>
                  </a:lnTo>
                  <a:cubicBezTo>
                    <a:pt x="10405" y="32658"/>
                    <a:pt x="14375" y="33385"/>
                    <a:pt x="18354" y="33385"/>
                  </a:cubicBezTo>
                  <a:cubicBezTo>
                    <a:pt x="20674" y="33385"/>
                    <a:pt x="22998" y="33138"/>
                    <a:pt x="25284" y="32640"/>
                  </a:cubicBezTo>
                  <a:lnTo>
                    <a:pt x="25540" y="32567"/>
                  </a:lnTo>
                  <a:cubicBezTo>
                    <a:pt x="28570" y="31892"/>
                    <a:pt x="31491" y="30778"/>
                    <a:pt x="34193" y="29263"/>
                  </a:cubicBezTo>
                  <a:cubicBezTo>
                    <a:pt x="34047" y="28697"/>
                    <a:pt x="33901" y="28131"/>
                    <a:pt x="33754" y="27547"/>
                  </a:cubicBezTo>
                  <a:cubicBezTo>
                    <a:pt x="33280" y="25649"/>
                    <a:pt x="32750" y="23695"/>
                    <a:pt x="32294" y="22125"/>
                  </a:cubicBezTo>
                  <a:cubicBezTo>
                    <a:pt x="32039" y="21194"/>
                    <a:pt x="31728" y="20282"/>
                    <a:pt x="31363" y="19387"/>
                  </a:cubicBezTo>
                  <a:cubicBezTo>
                    <a:pt x="31363" y="19351"/>
                    <a:pt x="31345" y="19314"/>
                    <a:pt x="31327" y="19296"/>
                  </a:cubicBezTo>
                  <a:cubicBezTo>
                    <a:pt x="31308" y="19241"/>
                    <a:pt x="31272" y="19205"/>
                    <a:pt x="31254" y="19150"/>
                  </a:cubicBezTo>
                  <a:cubicBezTo>
                    <a:pt x="31235" y="19132"/>
                    <a:pt x="31235" y="19132"/>
                    <a:pt x="31217" y="19113"/>
                  </a:cubicBezTo>
                  <a:lnTo>
                    <a:pt x="31308" y="19058"/>
                  </a:lnTo>
                  <a:cubicBezTo>
                    <a:pt x="31345" y="19040"/>
                    <a:pt x="31436" y="19004"/>
                    <a:pt x="31473" y="18967"/>
                  </a:cubicBezTo>
                  <a:cubicBezTo>
                    <a:pt x="31509" y="18949"/>
                    <a:pt x="31546" y="18931"/>
                    <a:pt x="31582" y="18912"/>
                  </a:cubicBezTo>
                  <a:cubicBezTo>
                    <a:pt x="32896" y="18219"/>
                    <a:pt x="34229" y="17598"/>
                    <a:pt x="35616" y="17050"/>
                  </a:cubicBezTo>
                  <a:lnTo>
                    <a:pt x="35653" y="17032"/>
                  </a:lnTo>
                  <a:cubicBezTo>
                    <a:pt x="35909" y="16941"/>
                    <a:pt x="36164" y="16850"/>
                    <a:pt x="36420" y="16758"/>
                  </a:cubicBezTo>
                  <a:lnTo>
                    <a:pt x="36493" y="16722"/>
                  </a:lnTo>
                  <a:lnTo>
                    <a:pt x="36621" y="16685"/>
                  </a:lnTo>
                  <a:cubicBezTo>
                    <a:pt x="37040" y="16539"/>
                    <a:pt x="37479" y="16411"/>
                    <a:pt x="37898" y="16284"/>
                  </a:cubicBezTo>
                  <a:cubicBezTo>
                    <a:pt x="37898" y="16284"/>
                    <a:pt x="37570" y="15426"/>
                    <a:pt x="37077" y="14148"/>
                  </a:cubicBezTo>
                  <a:lnTo>
                    <a:pt x="36967" y="13892"/>
                  </a:lnTo>
                  <a:cubicBezTo>
                    <a:pt x="35397" y="10095"/>
                    <a:pt x="32239" y="3067"/>
                    <a:pt x="30396" y="2538"/>
                  </a:cubicBezTo>
                  <a:cubicBezTo>
                    <a:pt x="29465" y="2264"/>
                    <a:pt x="28497" y="2026"/>
                    <a:pt x="27603" y="1807"/>
                  </a:cubicBezTo>
                  <a:cubicBezTo>
                    <a:pt x="27128" y="1680"/>
                    <a:pt x="26672" y="1588"/>
                    <a:pt x="26233" y="1479"/>
                  </a:cubicBezTo>
                  <a:lnTo>
                    <a:pt x="25229" y="1260"/>
                  </a:lnTo>
                  <a:cubicBezTo>
                    <a:pt x="23933" y="986"/>
                    <a:pt x="23057" y="822"/>
                    <a:pt x="23057" y="822"/>
                  </a:cubicBezTo>
                  <a:lnTo>
                    <a:pt x="21158" y="584"/>
                  </a:lnTo>
                  <a:lnTo>
                    <a:pt x="163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6" name="Google Shape;646;p5"/>
            <p:cNvSpPr/>
            <p:nvPr/>
          </p:nvSpPr>
          <p:spPr>
            <a:xfrm>
              <a:off x="2710800" y="3052440"/>
              <a:ext cx="133200" cy="488520"/>
            </a:xfrm>
            <a:custGeom>
              <a:rect b="b" l="l" r="r" t="t"/>
              <a:pathLst>
                <a:path extrusionOk="0" h="12225" w="3342">
                  <a:moveTo>
                    <a:pt x="379" y="0"/>
                  </a:moveTo>
                  <a:cubicBezTo>
                    <a:pt x="367" y="0"/>
                    <a:pt x="354" y="6"/>
                    <a:pt x="347" y="20"/>
                  </a:cubicBezTo>
                  <a:cubicBezTo>
                    <a:pt x="92" y="367"/>
                    <a:pt x="92" y="988"/>
                    <a:pt x="55" y="1444"/>
                  </a:cubicBezTo>
                  <a:cubicBezTo>
                    <a:pt x="0" y="1992"/>
                    <a:pt x="0" y="2539"/>
                    <a:pt x="37" y="3087"/>
                  </a:cubicBezTo>
                  <a:cubicBezTo>
                    <a:pt x="146" y="4054"/>
                    <a:pt x="457" y="4985"/>
                    <a:pt x="968" y="5825"/>
                  </a:cubicBezTo>
                  <a:cubicBezTo>
                    <a:pt x="1461" y="6647"/>
                    <a:pt x="2063" y="7377"/>
                    <a:pt x="2465" y="8253"/>
                  </a:cubicBezTo>
                  <a:cubicBezTo>
                    <a:pt x="3031" y="9476"/>
                    <a:pt x="2921" y="10718"/>
                    <a:pt x="2720" y="12014"/>
                  </a:cubicBezTo>
                  <a:cubicBezTo>
                    <a:pt x="2710" y="12149"/>
                    <a:pt x="2800" y="12225"/>
                    <a:pt x="2886" y="12225"/>
                  </a:cubicBezTo>
                  <a:cubicBezTo>
                    <a:pt x="2952" y="12225"/>
                    <a:pt x="3015" y="12181"/>
                    <a:pt x="3031" y="12087"/>
                  </a:cubicBezTo>
                  <a:cubicBezTo>
                    <a:pt x="3195" y="11010"/>
                    <a:pt x="3341" y="9878"/>
                    <a:pt x="3013" y="8801"/>
                  </a:cubicBezTo>
                  <a:cubicBezTo>
                    <a:pt x="2720" y="7906"/>
                    <a:pt x="2191" y="7140"/>
                    <a:pt x="1698" y="6391"/>
                  </a:cubicBezTo>
                  <a:cubicBezTo>
                    <a:pt x="1114" y="5515"/>
                    <a:pt x="585" y="4639"/>
                    <a:pt x="384" y="3562"/>
                  </a:cubicBezTo>
                  <a:cubicBezTo>
                    <a:pt x="256" y="2886"/>
                    <a:pt x="238" y="2192"/>
                    <a:pt x="311" y="1499"/>
                  </a:cubicBezTo>
                  <a:cubicBezTo>
                    <a:pt x="347" y="1042"/>
                    <a:pt x="530" y="476"/>
                    <a:pt x="420" y="38"/>
                  </a:cubicBezTo>
                  <a:cubicBezTo>
                    <a:pt x="420" y="16"/>
                    <a:pt x="399" y="0"/>
                    <a:pt x="3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7" name="Google Shape;647;p5"/>
            <p:cNvSpPr/>
            <p:nvPr/>
          </p:nvSpPr>
          <p:spPr>
            <a:xfrm>
              <a:off x="2818440" y="3325680"/>
              <a:ext cx="239760" cy="80640"/>
            </a:xfrm>
            <a:custGeom>
              <a:rect b="b" l="l" r="r" t="t"/>
              <a:pathLst>
                <a:path extrusionOk="0" h="2029" w="6002">
                  <a:moveTo>
                    <a:pt x="5874" y="0"/>
                  </a:moveTo>
                  <a:cubicBezTo>
                    <a:pt x="4852" y="110"/>
                    <a:pt x="3866" y="311"/>
                    <a:pt x="2898" y="621"/>
                  </a:cubicBezTo>
                  <a:cubicBezTo>
                    <a:pt x="1894" y="895"/>
                    <a:pt x="945" y="1315"/>
                    <a:pt x="69" y="1862"/>
                  </a:cubicBezTo>
                  <a:cubicBezTo>
                    <a:pt x="1" y="1913"/>
                    <a:pt x="44" y="2028"/>
                    <a:pt x="110" y="2028"/>
                  </a:cubicBezTo>
                  <a:cubicBezTo>
                    <a:pt x="114" y="2028"/>
                    <a:pt x="119" y="2028"/>
                    <a:pt x="124" y="2027"/>
                  </a:cubicBezTo>
                  <a:cubicBezTo>
                    <a:pt x="1036" y="1643"/>
                    <a:pt x="1949" y="1187"/>
                    <a:pt x="2880" y="895"/>
                  </a:cubicBezTo>
                  <a:cubicBezTo>
                    <a:pt x="3848" y="603"/>
                    <a:pt x="4852" y="384"/>
                    <a:pt x="5874" y="274"/>
                  </a:cubicBezTo>
                  <a:cubicBezTo>
                    <a:pt x="6002" y="274"/>
                    <a:pt x="6002" y="0"/>
                    <a:pt x="58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0300" lIns="91425" spcFirstLastPara="1" rIns="91425" wrap="square" tIns="40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8" name="Google Shape;648;p5"/>
            <p:cNvSpPr/>
            <p:nvPr/>
          </p:nvSpPr>
          <p:spPr>
            <a:xfrm>
              <a:off x="2516040" y="3341880"/>
              <a:ext cx="91800" cy="745200"/>
            </a:xfrm>
            <a:custGeom>
              <a:rect b="b" l="l" r="r" t="t"/>
              <a:pathLst>
                <a:path extrusionOk="0" h="18640" w="2301">
                  <a:moveTo>
                    <a:pt x="92" y="1"/>
                  </a:moveTo>
                  <a:cubicBezTo>
                    <a:pt x="37" y="19"/>
                    <a:pt x="0" y="74"/>
                    <a:pt x="19" y="129"/>
                  </a:cubicBezTo>
                  <a:cubicBezTo>
                    <a:pt x="329" y="1699"/>
                    <a:pt x="658" y="3250"/>
                    <a:pt x="931" y="4820"/>
                  </a:cubicBezTo>
                  <a:cubicBezTo>
                    <a:pt x="1223" y="6463"/>
                    <a:pt x="1461" y="8106"/>
                    <a:pt x="1643" y="9786"/>
                  </a:cubicBezTo>
                  <a:cubicBezTo>
                    <a:pt x="1662" y="9859"/>
                    <a:pt x="1662" y="9913"/>
                    <a:pt x="1662" y="9986"/>
                  </a:cubicBezTo>
                  <a:cubicBezTo>
                    <a:pt x="1698" y="10351"/>
                    <a:pt x="1735" y="10698"/>
                    <a:pt x="1771" y="11063"/>
                  </a:cubicBezTo>
                  <a:lnTo>
                    <a:pt x="1771" y="11191"/>
                  </a:lnTo>
                  <a:cubicBezTo>
                    <a:pt x="1972" y="13656"/>
                    <a:pt x="2045" y="16157"/>
                    <a:pt x="1990" y="18639"/>
                  </a:cubicBezTo>
                  <a:lnTo>
                    <a:pt x="2246" y="18566"/>
                  </a:lnTo>
                  <a:cubicBezTo>
                    <a:pt x="2300" y="16102"/>
                    <a:pt x="2227" y="13619"/>
                    <a:pt x="2027" y="11155"/>
                  </a:cubicBezTo>
                  <a:cubicBezTo>
                    <a:pt x="1990" y="10735"/>
                    <a:pt x="1954" y="10333"/>
                    <a:pt x="1917" y="9932"/>
                  </a:cubicBezTo>
                  <a:cubicBezTo>
                    <a:pt x="1917" y="9895"/>
                    <a:pt x="1899" y="9859"/>
                    <a:pt x="1899" y="9822"/>
                  </a:cubicBezTo>
                  <a:cubicBezTo>
                    <a:pt x="1735" y="8197"/>
                    <a:pt x="1515" y="6591"/>
                    <a:pt x="1242" y="4966"/>
                  </a:cubicBezTo>
                  <a:cubicBezTo>
                    <a:pt x="1223" y="4930"/>
                    <a:pt x="1223" y="4875"/>
                    <a:pt x="1223" y="4838"/>
                  </a:cubicBezTo>
                  <a:cubicBezTo>
                    <a:pt x="950" y="3232"/>
                    <a:pt x="639" y="1626"/>
                    <a:pt x="201" y="74"/>
                  </a:cubicBezTo>
                  <a:cubicBezTo>
                    <a:pt x="201" y="37"/>
                    <a:pt x="183" y="19"/>
                    <a:pt x="1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9" name="Google Shape;649;p5"/>
            <p:cNvSpPr/>
            <p:nvPr/>
          </p:nvSpPr>
          <p:spPr>
            <a:xfrm>
              <a:off x="2631240" y="3219120"/>
              <a:ext cx="200520" cy="242640"/>
            </a:xfrm>
            <a:custGeom>
              <a:rect b="b" l="l" r="r" t="t"/>
              <a:pathLst>
                <a:path extrusionOk="0" fill="none" h="6080" w="5021">
                  <a:moveTo>
                    <a:pt x="1" y="5295"/>
                  </a:moveTo>
                  <a:cubicBezTo>
                    <a:pt x="1" y="5295"/>
                    <a:pt x="1461" y="6080"/>
                    <a:pt x="2118" y="5496"/>
                  </a:cubicBezTo>
                  <a:cubicBezTo>
                    <a:pt x="2794" y="4912"/>
                    <a:pt x="5021" y="1"/>
                    <a:pt x="5021" y="1"/>
                  </a:cubicBezTo>
                </a:path>
              </a:pathLst>
            </a:custGeom>
            <a:noFill/>
            <a:ln cap="flat" cmpd="sng" w="9525">
              <a:solidFill>
                <a:srgbClr val="E6EE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0" name="Google Shape;650;p5"/>
            <p:cNvSpPr/>
            <p:nvPr/>
          </p:nvSpPr>
          <p:spPr>
            <a:xfrm>
              <a:off x="2638440" y="3219120"/>
              <a:ext cx="200520" cy="243720"/>
            </a:xfrm>
            <a:custGeom>
              <a:rect b="b" l="l" r="r" t="t"/>
              <a:pathLst>
                <a:path extrusionOk="0" fill="none" h="6099" w="5021">
                  <a:moveTo>
                    <a:pt x="5020" y="5295"/>
                  </a:moveTo>
                  <a:cubicBezTo>
                    <a:pt x="5020" y="5295"/>
                    <a:pt x="3560" y="6098"/>
                    <a:pt x="2903" y="5514"/>
                  </a:cubicBezTo>
                  <a:cubicBezTo>
                    <a:pt x="2227" y="4930"/>
                    <a:pt x="0" y="1"/>
                    <a:pt x="0" y="1"/>
                  </a:cubicBezTo>
                </a:path>
              </a:pathLst>
            </a:custGeom>
            <a:noFill/>
            <a:ln cap="flat" cmpd="sng" w="9525">
              <a:solidFill>
                <a:srgbClr val="E6EE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1" name="Google Shape;651;p5"/>
            <p:cNvSpPr/>
            <p:nvPr/>
          </p:nvSpPr>
          <p:spPr>
            <a:xfrm>
              <a:off x="2558160" y="2986920"/>
              <a:ext cx="343440" cy="231840"/>
            </a:xfrm>
            <a:custGeom>
              <a:rect b="b" l="l" r="r" t="t"/>
              <a:pathLst>
                <a:path extrusionOk="0" fill="none" h="5806" w="8599">
                  <a:moveTo>
                    <a:pt x="2008" y="5806"/>
                  </a:moveTo>
                  <a:cubicBezTo>
                    <a:pt x="2008" y="5806"/>
                    <a:pt x="0" y="1"/>
                    <a:pt x="4290" y="1"/>
                  </a:cubicBezTo>
                  <a:cubicBezTo>
                    <a:pt x="8598" y="1"/>
                    <a:pt x="6846" y="5806"/>
                    <a:pt x="6846" y="5806"/>
                  </a:cubicBezTo>
                </a:path>
              </a:pathLst>
            </a:custGeom>
            <a:noFill/>
            <a:ln cap="flat" cmpd="sng" w="11400">
              <a:solidFill>
                <a:srgbClr val="2F4A8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2" name="Google Shape;652;p5"/>
            <p:cNvSpPr/>
            <p:nvPr/>
          </p:nvSpPr>
          <p:spPr>
            <a:xfrm>
              <a:off x="2482920" y="2733480"/>
              <a:ext cx="260280" cy="253080"/>
            </a:xfrm>
            <a:custGeom>
              <a:rect b="b" l="l" r="r" t="t"/>
              <a:pathLst>
                <a:path extrusionOk="0" fill="none" h="6335" w="6518">
                  <a:moveTo>
                    <a:pt x="6518" y="6335"/>
                  </a:moveTo>
                  <a:cubicBezTo>
                    <a:pt x="6518" y="6335"/>
                    <a:pt x="5605" y="0"/>
                    <a:pt x="1" y="1479"/>
                  </a:cubicBezTo>
                </a:path>
              </a:pathLst>
            </a:custGeom>
            <a:noFill/>
            <a:ln cap="flat" cmpd="sng" w="11400">
              <a:solidFill>
                <a:srgbClr val="2F4A8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3" name="Google Shape;653;p5"/>
            <p:cNvSpPr/>
            <p:nvPr/>
          </p:nvSpPr>
          <p:spPr>
            <a:xfrm>
              <a:off x="1985040" y="2845440"/>
              <a:ext cx="241920" cy="491760"/>
            </a:xfrm>
            <a:custGeom>
              <a:rect b="b" l="l" r="r" t="t"/>
              <a:pathLst>
                <a:path extrusionOk="0" fill="none" h="12305" w="6062">
                  <a:moveTo>
                    <a:pt x="5843" y="12304"/>
                  </a:moveTo>
                  <a:cubicBezTo>
                    <a:pt x="5843" y="12304"/>
                    <a:pt x="1" y="3597"/>
                    <a:pt x="6062" y="0"/>
                  </a:cubicBezTo>
                </a:path>
              </a:pathLst>
            </a:custGeom>
            <a:noFill/>
            <a:ln cap="flat" cmpd="sng" w="11400">
              <a:solidFill>
                <a:srgbClr val="2F4A8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4" name="Google Shape;654;p5"/>
            <p:cNvSpPr/>
            <p:nvPr/>
          </p:nvSpPr>
          <p:spPr>
            <a:xfrm>
              <a:off x="2134080" y="3264120"/>
              <a:ext cx="171720" cy="142920"/>
            </a:xfrm>
            <a:custGeom>
              <a:rect b="b" l="l" r="r" t="t"/>
              <a:pathLst>
                <a:path extrusionOk="0" h="3580" w="4301">
                  <a:moveTo>
                    <a:pt x="2283" y="0"/>
                  </a:moveTo>
                  <a:cubicBezTo>
                    <a:pt x="2150" y="0"/>
                    <a:pt x="2016" y="15"/>
                    <a:pt x="1881" y="46"/>
                  </a:cubicBezTo>
                  <a:cubicBezTo>
                    <a:pt x="330" y="430"/>
                    <a:pt x="1" y="2474"/>
                    <a:pt x="1352" y="3314"/>
                  </a:cubicBezTo>
                  <a:cubicBezTo>
                    <a:pt x="1654" y="3497"/>
                    <a:pt x="1972" y="3580"/>
                    <a:pt x="2280" y="3580"/>
                  </a:cubicBezTo>
                  <a:cubicBezTo>
                    <a:pt x="3351" y="3580"/>
                    <a:pt x="4301" y="2584"/>
                    <a:pt x="4017" y="1379"/>
                  </a:cubicBezTo>
                  <a:cubicBezTo>
                    <a:pt x="3829" y="548"/>
                    <a:pt x="3089" y="0"/>
                    <a:pt x="22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71625" lIns="91425" spcFirstLastPara="1" rIns="91425" wrap="square" tIns="71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5" name="Google Shape;655;p5"/>
            <p:cNvSpPr/>
            <p:nvPr/>
          </p:nvSpPr>
          <p:spPr>
            <a:xfrm>
              <a:off x="2179440" y="3298320"/>
              <a:ext cx="87120" cy="73080"/>
            </a:xfrm>
            <a:custGeom>
              <a:rect b="b" l="l" r="r" t="t"/>
              <a:pathLst>
                <a:path extrusionOk="0" h="1836" w="2187">
                  <a:moveTo>
                    <a:pt x="1174" y="0"/>
                  </a:moveTo>
                  <a:cubicBezTo>
                    <a:pt x="1100" y="0"/>
                    <a:pt x="1025" y="10"/>
                    <a:pt x="950" y="29"/>
                  </a:cubicBezTo>
                  <a:cubicBezTo>
                    <a:pt x="165" y="230"/>
                    <a:pt x="1" y="1270"/>
                    <a:pt x="676" y="1690"/>
                  </a:cubicBezTo>
                  <a:cubicBezTo>
                    <a:pt x="835" y="1791"/>
                    <a:pt x="1003" y="1835"/>
                    <a:pt x="1164" y="1835"/>
                  </a:cubicBezTo>
                  <a:cubicBezTo>
                    <a:pt x="1708" y="1835"/>
                    <a:pt x="2186" y="1328"/>
                    <a:pt x="2045" y="723"/>
                  </a:cubicBezTo>
                  <a:cubicBezTo>
                    <a:pt x="1952" y="289"/>
                    <a:pt x="1584" y="0"/>
                    <a:pt x="11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6700" lIns="91425" spcFirstLastPara="1" rIns="91425" wrap="square" tIns="3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6" name="Google Shape;656;p5"/>
            <p:cNvSpPr/>
            <p:nvPr/>
          </p:nvSpPr>
          <p:spPr>
            <a:xfrm>
              <a:off x="2087280" y="2671560"/>
              <a:ext cx="433440" cy="672120"/>
            </a:xfrm>
            <a:custGeom>
              <a:rect b="b" l="l" r="r" t="t"/>
              <a:pathLst>
                <a:path extrusionOk="0" h="16814" w="10845">
                  <a:moveTo>
                    <a:pt x="7996" y="1"/>
                  </a:moveTo>
                  <a:lnTo>
                    <a:pt x="1" y="3232"/>
                  </a:lnTo>
                  <a:cubicBezTo>
                    <a:pt x="1" y="3232"/>
                    <a:pt x="2830" y="9073"/>
                    <a:pt x="3159" y="9439"/>
                  </a:cubicBezTo>
                  <a:cubicBezTo>
                    <a:pt x="3256" y="9553"/>
                    <a:pt x="3415" y="9592"/>
                    <a:pt x="3588" y="9592"/>
                  </a:cubicBezTo>
                  <a:cubicBezTo>
                    <a:pt x="3970" y="9592"/>
                    <a:pt x="4418" y="9402"/>
                    <a:pt x="4418" y="9402"/>
                  </a:cubicBezTo>
                  <a:lnTo>
                    <a:pt x="4418" y="9402"/>
                  </a:lnTo>
                  <a:cubicBezTo>
                    <a:pt x="4418" y="9402"/>
                    <a:pt x="4108" y="10516"/>
                    <a:pt x="4564" y="11155"/>
                  </a:cubicBezTo>
                  <a:cubicBezTo>
                    <a:pt x="5021" y="11812"/>
                    <a:pt x="10844" y="16814"/>
                    <a:pt x="10844" y="16814"/>
                  </a:cubicBezTo>
                  <a:lnTo>
                    <a:pt x="799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7" name="Google Shape;657;p5"/>
            <p:cNvSpPr/>
            <p:nvPr/>
          </p:nvSpPr>
          <p:spPr>
            <a:xfrm>
              <a:off x="2414520" y="2711520"/>
              <a:ext cx="218880" cy="631080"/>
            </a:xfrm>
            <a:custGeom>
              <a:rect b="b" l="l" r="r" t="t"/>
              <a:pathLst>
                <a:path extrusionOk="0" h="15792" w="5478">
                  <a:moveTo>
                    <a:pt x="1" y="1"/>
                  </a:moveTo>
                  <a:lnTo>
                    <a:pt x="2648" y="15791"/>
                  </a:lnTo>
                  <a:cubicBezTo>
                    <a:pt x="2648" y="15791"/>
                    <a:pt x="4601" y="10023"/>
                    <a:pt x="4747" y="9311"/>
                  </a:cubicBezTo>
                  <a:cubicBezTo>
                    <a:pt x="4911" y="8599"/>
                    <a:pt x="4455" y="7704"/>
                    <a:pt x="4455" y="7704"/>
                  </a:cubicBezTo>
                  <a:lnTo>
                    <a:pt x="4455" y="7704"/>
                  </a:lnTo>
                  <a:cubicBezTo>
                    <a:pt x="4455" y="7704"/>
                    <a:pt x="4546" y="7718"/>
                    <a:pt x="4669" y="7718"/>
                  </a:cubicBezTo>
                  <a:cubicBezTo>
                    <a:pt x="4896" y="7718"/>
                    <a:pt x="5230" y="7672"/>
                    <a:pt x="5313" y="7412"/>
                  </a:cubicBezTo>
                  <a:cubicBezTo>
                    <a:pt x="5441" y="7029"/>
                    <a:pt x="5477" y="1370"/>
                    <a:pt x="5477" y="137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8" name="Google Shape;658;p5"/>
            <p:cNvSpPr/>
            <p:nvPr/>
          </p:nvSpPr>
          <p:spPr>
            <a:xfrm>
              <a:off x="2134800" y="2656080"/>
              <a:ext cx="460440" cy="471960"/>
            </a:xfrm>
            <a:custGeom>
              <a:rect b="b" l="l" r="r" t="t"/>
              <a:pathLst>
                <a:path extrusionOk="0" h="11812" w="11520">
                  <a:moveTo>
                    <a:pt x="2446" y="0"/>
                  </a:moveTo>
                  <a:cubicBezTo>
                    <a:pt x="2446" y="0"/>
                    <a:pt x="493" y="1497"/>
                    <a:pt x="237" y="2227"/>
                  </a:cubicBezTo>
                  <a:cubicBezTo>
                    <a:pt x="0" y="2976"/>
                    <a:pt x="5696" y="11811"/>
                    <a:pt x="5696" y="11811"/>
                  </a:cubicBezTo>
                  <a:lnTo>
                    <a:pt x="8398" y="10716"/>
                  </a:lnTo>
                  <a:lnTo>
                    <a:pt x="11519" y="11300"/>
                  </a:lnTo>
                  <a:cubicBezTo>
                    <a:pt x="11519" y="11300"/>
                    <a:pt x="11483" y="1534"/>
                    <a:pt x="11282" y="1388"/>
                  </a:cubicBezTo>
                  <a:cubicBezTo>
                    <a:pt x="10679" y="950"/>
                    <a:pt x="10040" y="621"/>
                    <a:pt x="9347" y="384"/>
                  </a:cubicBezTo>
                  <a:lnTo>
                    <a:pt x="24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9" name="Google Shape;659;p5"/>
            <p:cNvSpPr/>
            <p:nvPr/>
          </p:nvSpPr>
          <p:spPr>
            <a:xfrm>
              <a:off x="2389680" y="3052440"/>
              <a:ext cx="151560" cy="290160"/>
            </a:xfrm>
            <a:custGeom>
              <a:rect b="b" l="l" r="r" t="t"/>
              <a:pathLst>
                <a:path extrusionOk="0" h="7267" w="3798">
                  <a:moveTo>
                    <a:pt x="1534" y="1"/>
                  </a:moveTo>
                  <a:lnTo>
                    <a:pt x="0" y="1078"/>
                  </a:lnTo>
                  <a:lnTo>
                    <a:pt x="3286" y="7266"/>
                  </a:lnTo>
                  <a:lnTo>
                    <a:pt x="3797" y="841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0" name="Google Shape;660;p5"/>
            <p:cNvSpPr/>
            <p:nvPr/>
          </p:nvSpPr>
          <p:spPr>
            <a:xfrm>
              <a:off x="2400120" y="3084120"/>
              <a:ext cx="141480" cy="31680"/>
            </a:xfrm>
            <a:custGeom>
              <a:rect b="b" l="l" r="r" t="t"/>
              <a:pathLst>
                <a:path extrusionOk="0" h="802" w="3550">
                  <a:moveTo>
                    <a:pt x="1789" y="0"/>
                  </a:moveTo>
                  <a:cubicBezTo>
                    <a:pt x="1767" y="0"/>
                    <a:pt x="1748" y="5"/>
                    <a:pt x="1712" y="14"/>
                  </a:cubicBezTo>
                  <a:cubicBezTo>
                    <a:pt x="1146" y="251"/>
                    <a:pt x="562" y="343"/>
                    <a:pt x="51" y="708"/>
                  </a:cubicBezTo>
                  <a:cubicBezTo>
                    <a:pt x="1" y="724"/>
                    <a:pt x="26" y="801"/>
                    <a:pt x="73" y="801"/>
                  </a:cubicBezTo>
                  <a:cubicBezTo>
                    <a:pt x="77" y="801"/>
                    <a:pt x="82" y="801"/>
                    <a:pt x="87" y="799"/>
                  </a:cubicBezTo>
                  <a:cubicBezTo>
                    <a:pt x="671" y="689"/>
                    <a:pt x="1255" y="379"/>
                    <a:pt x="1803" y="160"/>
                  </a:cubicBezTo>
                  <a:cubicBezTo>
                    <a:pt x="2314" y="324"/>
                    <a:pt x="2880" y="343"/>
                    <a:pt x="3409" y="452"/>
                  </a:cubicBezTo>
                  <a:cubicBezTo>
                    <a:pt x="3415" y="453"/>
                    <a:pt x="3421" y="454"/>
                    <a:pt x="3426" y="454"/>
                  </a:cubicBezTo>
                  <a:cubicBezTo>
                    <a:pt x="3522" y="454"/>
                    <a:pt x="3550" y="305"/>
                    <a:pt x="3446" y="288"/>
                  </a:cubicBezTo>
                  <a:cubicBezTo>
                    <a:pt x="2971" y="178"/>
                    <a:pt x="2405" y="142"/>
                    <a:pt x="1894" y="14"/>
                  </a:cubicBezTo>
                  <a:cubicBezTo>
                    <a:pt x="1840" y="5"/>
                    <a:pt x="1812" y="0"/>
                    <a:pt x="1789" y="0"/>
                  </a:cubicBezTo>
                  <a:close/>
                </a:path>
              </a:pathLst>
            </a:custGeom>
            <a:solidFill>
              <a:srgbClr val="000840"/>
            </a:solidFill>
            <a:ln>
              <a:noFill/>
            </a:ln>
          </p:spPr>
          <p:txBody>
            <a:bodyPr anchorCtr="0" anchor="ctr" bIns="15825" lIns="91425" spcFirstLastPara="1" rIns="91425" wrap="square" tIns="15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1" name="Google Shape;661;p5"/>
            <p:cNvSpPr/>
            <p:nvPr/>
          </p:nvSpPr>
          <p:spPr>
            <a:xfrm>
              <a:off x="2235600" y="2334240"/>
              <a:ext cx="269640" cy="491040"/>
            </a:xfrm>
            <a:custGeom>
              <a:rect b="b" l="l" r="r" t="t"/>
              <a:pathLst>
                <a:path extrusionOk="0" h="12284" w="6755">
                  <a:moveTo>
                    <a:pt x="0" y="1"/>
                  </a:moveTo>
                  <a:lnTo>
                    <a:pt x="0" y="11173"/>
                  </a:lnTo>
                  <a:cubicBezTo>
                    <a:pt x="0" y="11173"/>
                    <a:pt x="1672" y="12283"/>
                    <a:pt x="4397" y="12283"/>
                  </a:cubicBezTo>
                  <a:cubicBezTo>
                    <a:pt x="5114" y="12283"/>
                    <a:pt x="5904" y="12206"/>
                    <a:pt x="6755" y="12013"/>
                  </a:cubicBezTo>
                  <a:lnTo>
                    <a:pt x="6554" y="1"/>
                  </a:ln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2" name="Google Shape;662;p5"/>
            <p:cNvSpPr/>
            <p:nvPr/>
          </p:nvSpPr>
          <p:spPr>
            <a:xfrm>
              <a:off x="2309400" y="2530080"/>
              <a:ext cx="196200" cy="284400"/>
            </a:xfrm>
            <a:custGeom>
              <a:rect b="b" l="l" r="r" t="t"/>
              <a:pathLst>
                <a:path extrusionOk="0" h="7120" w="4911">
                  <a:moveTo>
                    <a:pt x="0" y="0"/>
                  </a:moveTo>
                  <a:cubicBezTo>
                    <a:pt x="0" y="0"/>
                    <a:pt x="347" y="6554"/>
                    <a:pt x="4911" y="7120"/>
                  </a:cubicBezTo>
                  <a:lnTo>
                    <a:pt x="4801" y="0"/>
                  </a:lnTo>
                  <a:close/>
                </a:path>
              </a:pathLst>
            </a:custGeom>
            <a:solidFill>
              <a:srgbClr val="2026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3" name="Google Shape;663;p5"/>
            <p:cNvSpPr/>
            <p:nvPr/>
          </p:nvSpPr>
          <p:spPr>
            <a:xfrm>
              <a:off x="2235600" y="2781000"/>
              <a:ext cx="360" cy="360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</a:path>
              </a:pathLst>
            </a:custGeom>
            <a:solidFill>
              <a:srgbClr val="FF9D83"/>
            </a:solidFill>
            <a:ln>
              <a:noFill/>
            </a:ln>
          </p:spPr>
          <p:txBody>
            <a:bodyPr anchorCtr="0" anchor="ctr" bIns="350" lIns="91425" spcFirstLastPara="1" rIns="91425" wrap="square" tIns="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4" name="Google Shape;664;p5"/>
            <p:cNvSpPr/>
            <p:nvPr/>
          </p:nvSpPr>
          <p:spPr>
            <a:xfrm>
              <a:off x="2235600" y="2781000"/>
              <a:ext cx="269640" cy="302760"/>
            </a:xfrm>
            <a:custGeom>
              <a:rect b="b" l="l" r="r" t="t"/>
              <a:pathLst>
                <a:path extrusionOk="0" h="7577" w="6755">
                  <a:moveTo>
                    <a:pt x="0" y="1"/>
                  </a:moveTo>
                  <a:cubicBezTo>
                    <a:pt x="0" y="1"/>
                    <a:pt x="3086" y="6226"/>
                    <a:pt x="5897" y="7577"/>
                  </a:cubicBezTo>
                  <a:cubicBezTo>
                    <a:pt x="6317" y="5350"/>
                    <a:pt x="6609" y="3104"/>
                    <a:pt x="6755" y="84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5" name="Google Shape;665;p5"/>
            <p:cNvSpPr/>
            <p:nvPr/>
          </p:nvSpPr>
          <p:spPr>
            <a:xfrm>
              <a:off x="2217960" y="2151720"/>
              <a:ext cx="417960" cy="489960"/>
            </a:xfrm>
            <a:custGeom>
              <a:rect b="b" l="l" r="r" t="t"/>
              <a:pathLst>
                <a:path extrusionOk="0" h="12259" w="10461">
                  <a:moveTo>
                    <a:pt x="7366" y="0"/>
                  </a:moveTo>
                  <a:cubicBezTo>
                    <a:pt x="5488" y="0"/>
                    <a:pt x="2661" y="205"/>
                    <a:pt x="1954" y="531"/>
                  </a:cubicBezTo>
                  <a:cubicBezTo>
                    <a:pt x="1205" y="897"/>
                    <a:pt x="0" y="2722"/>
                    <a:pt x="55" y="5186"/>
                  </a:cubicBezTo>
                  <a:cubicBezTo>
                    <a:pt x="92" y="6592"/>
                    <a:pt x="730" y="8253"/>
                    <a:pt x="2027" y="9641"/>
                  </a:cubicBezTo>
                  <a:cubicBezTo>
                    <a:pt x="2027" y="9641"/>
                    <a:pt x="3841" y="12258"/>
                    <a:pt x="7026" y="12258"/>
                  </a:cubicBezTo>
                  <a:cubicBezTo>
                    <a:pt x="7370" y="12258"/>
                    <a:pt x="7730" y="12228"/>
                    <a:pt x="8106" y="12160"/>
                  </a:cubicBezTo>
                  <a:cubicBezTo>
                    <a:pt x="9292" y="11959"/>
                    <a:pt x="9986" y="9842"/>
                    <a:pt x="10223" y="7432"/>
                  </a:cubicBezTo>
                  <a:cubicBezTo>
                    <a:pt x="10260" y="7140"/>
                    <a:pt x="10278" y="6829"/>
                    <a:pt x="10296" y="6519"/>
                  </a:cubicBezTo>
                  <a:cubicBezTo>
                    <a:pt x="10460" y="3452"/>
                    <a:pt x="9931" y="239"/>
                    <a:pt x="8836" y="75"/>
                  </a:cubicBezTo>
                  <a:cubicBezTo>
                    <a:pt x="8538" y="24"/>
                    <a:pt x="8008" y="0"/>
                    <a:pt x="7366" y="0"/>
                  </a:cubicBez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6" name="Google Shape;666;p5"/>
            <p:cNvSpPr/>
            <p:nvPr/>
          </p:nvSpPr>
          <p:spPr>
            <a:xfrm>
              <a:off x="1834560" y="1956240"/>
              <a:ext cx="856800" cy="700200"/>
            </a:xfrm>
            <a:custGeom>
              <a:rect b="b" l="l" r="r" t="t"/>
              <a:pathLst>
                <a:path extrusionOk="0" h="17515" w="21432">
                  <a:moveTo>
                    <a:pt x="12960" y="0"/>
                  </a:moveTo>
                  <a:cubicBezTo>
                    <a:pt x="10956" y="0"/>
                    <a:pt x="8875" y="346"/>
                    <a:pt x="7540" y="1479"/>
                  </a:cubicBezTo>
                  <a:cubicBezTo>
                    <a:pt x="5495" y="3214"/>
                    <a:pt x="5842" y="7339"/>
                    <a:pt x="5842" y="7339"/>
                  </a:cubicBezTo>
                  <a:cubicBezTo>
                    <a:pt x="5842" y="7339"/>
                    <a:pt x="4678" y="6899"/>
                    <a:pt x="3568" y="6899"/>
                  </a:cubicBezTo>
                  <a:cubicBezTo>
                    <a:pt x="2668" y="6899"/>
                    <a:pt x="1805" y="7188"/>
                    <a:pt x="1625" y="8234"/>
                  </a:cubicBezTo>
                  <a:cubicBezTo>
                    <a:pt x="1442" y="9201"/>
                    <a:pt x="1789" y="10205"/>
                    <a:pt x="2538" y="10862"/>
                  </a:cubicBezTo>
                  <a:cubicBezTo>
                    <a:pt x="2538" y="10862"/>
                    <a:pt x="0" y="15591"/>
                    <a:pt x="5094" y="17160"/>
                  </a:cubicBezTo>
                  <a:cubicBezTo>
                    <a:pt x="5888" y="17403"/>
                    <a:pt x="6609" y="17514"/>
                    <a:pt x="7250" y="17514"/>
                  </a:cubicBezTo>
                  <a:cubicBezTo>
                    <a:pt x="9982" y="17514"/>
                    <a:pt x="11258" y="15496"/>
                    <a:pt x="10534" y="13071"/>
                  </a:cubicBezTo>
                  <a:lnTo>
                    <a:pt x="11866" y="11027"/>
                  </a:lnTo>
                  <a:cubicBezTo>
                    <a:pt x="12688" y="10151"/>
                    <a:pt x="12998" y="8927"/>
                    <a:pt x="12688" y="7777"/>
                  </a:cubicBezTo>
                  <a:lnTo>
                    <a:pt x="12688" y="7777"/>
                  </a:lnTo>
                  <a:cubicBezTo>
                    <a:pt x="12688" y="7777"/>
                    <a:pt x="13483" y="8019"/>
                    <a:pt x="14484" y="8019"/>
                  </a:cubicBezTo>
                  <a:cubicBezTo>
                    <a:pt x="15916" y="8019"/>
                    <a:pt x="17770" y="7526"/>
                    <a:pt x="18328" y="5130"/>
                  </a:cubicBezTo>
                  <a:cubicBezTo>
                    <a:pt x="18328" y="5130"/>
                    <a:pt x="19150" y="5587"/>
                    <a:pt x="19332" y="6061"/>
                  </a:cubicBezTo>
                  <a:cubicBezTo>
                    <a:pt x="19679" y="7011"/>
                    <a:pt x="19789" y="8234"/>
                    <a:pt x="19862" y="8964"/>
                  </a:cubicBezTo>
                  <a:cubicBezTo>
                    <a:pt x="19862" y="8964"/>
                    <a:pt x="21432" y="7595"/>
                    <a:pt x="21213" y="6189"/>
                  </a:cubicBezTo>
                  <a:cubicBezTo>
                    <a:pt x="20939" y="4455"/>
                    <a:pt x="21286" y="1571"/>
                    <a:pt x="18365" y="713"/>
                  </a:cubicBezTo>
                  <a:cubicBezTo>
                    <a:pt x="17557" y="476"/>
                    <a:pt x="15311" y="0"/>
                    <a:pt x="12960" y="0"/>
                  </a:cubicBezTo>
                  <a:close/>
                </a:path>
              </a:pathLst>
            </a:custGeom>
            <a:solidFill>
              <a:srgbClr val="2026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7" name="Google Shape;667;p5"/>
            <p:cNvSpPr/>
            <p:nvPr/>
          </p:nvSpPr>
          <p:spPr>
            <a:xfrm>
              <a:off x="2104200" y="2315880"/>
              <a:ext cx="227160" cy="192600"/>
            </a:xfrm>
            <a:custGeom>
              <a:rect b="b" l="l" r="r" t="t"/>
              <a:pathLst>
                <a:path extrusionOk="0" h="4829" w="5687">
                  <a:moveTo>
                    <a:pt x="3224" y="0"/>
                  </a:moveTo>
                  <a:cubicBezTo>
                    <a:pt x="3190" y="0"/>
                    <a:pt x="3156" y="1"/>
                    <a:pt x="3122" y="2"/>
                  </a:cubicBezTo>
                  <a:cubicBezTo>
                    <a:pt x="968" y="94"/>
                    <a:pt x="0" y="2722"/>
                    <a:pt x="1589" y="4183"/>
                  </a:cubicBezTo>
                  <a:cubicBezTo>
                    <a:pt x="2068" y="4629"/>
                    <a:pt x="2640" y="4828"/>
                    <a:pt x="3200" y="4828"/>
                  </a:cubicBezTo>
                  <a:cubicBezTo>
                    <a:pt x="4473" y="4828"/>
                    <a:pt x="5686" y="3799"/>
                    <a:pt x="5623" y="2303"/>
                  </a:cubicBezTo>
                  <a:cubicBezTo>
                    <a:pt x="5570" y="1004"/>
                    <a:pt x="4511" y="0"/>
                    <a:pt x="3224" y="0"/>
                  </a:cubicBez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8" name="Google Shape;668;p5"/>
            <p:cNvSpPr/>
            <p:nvPr/>
          </p:nvSpPr>
          <p:spPr>
            <a:xfrm>
              <a:off x="1531080" y="3458520"/>
              <a:ext cx="1080360" cy="418320"/>
            </a:xfrm>
            <a:custGeom>
              <a:rect b="b" l="l" r="r" t="t"/>
              <a:pathLst>
                <a:path extrusionOk="0" h="10468" w="27026">
                  <a:moveTo>
                    <a:pt x="2611" y="1"/>
                  </a:moveTo>
                  <a:cubicBezTo>
                    <a:pt x="2611" y="1"/>
                    <a:pt x="0" y="6773"/>
                    <a:pt x="1917" y="9530"/>
                  </a:cubicBezTo>
                  <a:cubicBezTo>
                    <a:pt x="2384" y="10203"/>
                    <a:pt x="3772" y="10468"/>
                    <a:pt x="5672" y="10468"/>
                  </a:cubicBezTo>
                  <a:cubicBezTo>
                    <a:pt x="12301" y="10468"/>
                    <a:pt x="25159" y="7248"/>
                    <a:pt x="26838" y="6964"/>
                  </a:cubicBezTo>
                  <a:lnTo>
                    <a:pt x="26838" y="6964"/>
                  </a:lnTo>
                  <a:cubicBezTo>
                    <a:pt x="26879" y="6969"/>
                    <a:pt x="26913" y="6971"/>
                    <a:pt x="26941" y="6971"/>
                  </a:cubicBezTo>
                  <a:cubicBezTo>
                    <a:pt x="26982" y="6971"/>
                    <a:pt x="27008" y="6966"/>
                    <a:pt x="27018" y="6956"/>
                  </a:cubicBezTo>
                  <a:cubicBezTo>
                    <a:pt x="27025" y="6948"/>
                    <a:pt x="27019" y="6944"/>
                    <a:pt x="26998" y="6944"/>
                  </a:cubicBezTo>
                  <a:cubicBezTo>
                    <a:pt x="26970" y="6944"/>
                    <a:pt x="26916" y="6951"/>
                    <a:pt x="26838" y="6964"/>
                  </a:cubicBezTo>
                  <a:lnTo>
                    <a:pt x="26838" y="6964"/>
                  </a:lnTo>
                  <a:cubicBezTo>
                    <a:pt x="25127" y="6785"/>
                    <a:pt x="11997" y="2923"/>
                    <a:pt x="9458" y="2923"/>
                  </a:cubicBezTo>
                  <a:cubicBezTo>
                    <a:pt x="9363" y="2923"/>
                    <a:pt x="9283" y="2928"/>
                    <a:pt x="9219" y="2940"/>
                  </a:cubicBezTo>
                  <a:cubicBezTo>
                    <a:pt x="9219" y="2940"/>
                    <a:pt x="7321" y="1260"/>
                    <a:pt x="2611" y="1"/>
                  </a:cubicBez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9" name="Google Shape;669;p5"/>
            <p:cNvSpPr/>
            <p:nvPr/>
          </p:nvSpPr>
          <p:spPr>
            <a:xfrm>
              <a:off x="1884960" y="3449160"/>
              <a:ext cx="1297080" cy="441360"/>
            </a:xfrm>
            <a:custGeom>
              <a:rect b="b" l="l" r="r" t="t"/>
              <a:pathLst>
                <a:path extrusionOk="0" h="11049" w="32441">
                  <a:moveTo>
                    <a:pt x="29100" y="0"/>
                  </a:moveTo>
                  <a:lnTo>
                    <a:pt x="29100" y="0"/>
                  </a:lnTo>
                  <a:cubicBezTo>
                    <a:pt x="24773" y="1552"/>
                    <a:pt x="23696" y="2428"/>
                    <a:pt x="23696" y="2428"/>
                  </a:cubicBezTo>
                  <a:cubicBezTo>
                    <a:pt x="23696" y="2428"/>
                    <a:pt x="10114" y="1935"/>
                    <a:pt x="6189" y="1461"/>
                  </a:cubicBezTo>
                  <a:cubicBezTo>
                    <a:pt x="5853" y="1415"/>
                    <a:pt x="5516" y="1392"/>
                    <a:pt x="5181" y="1392"/>
                  </a:cubicBezTo>
                  <a:cubicBezTo>
                    <a:pt x="3262" y="1392"/>
                    <a:pt x="1400" y="2138"/>
                    <a:pt x="1" y="3505"/>
                  </a:cubicBezTo>
                  <a:cubicBezTo>
                    <a:pt x="6881" y="4038"/>
                    <a:pt x="23173" y="11048"/>
                    <a:pt x="28008" y="11048"/>
                  </a:cubicBezTo>
                  <a:cubicBezTo>
                    <a:pt x="28471" y="11048"/>
                    <a:pt x="28829" y="10984"/>
                    <a:pt x="29063" y="10844"/>
                  </a:cubicBezTo>
                  <a:cubicBezTo>
                    <a:pt x="32440" y="8799"/>
                    <a:pt x="29100" y="1"/>
                    <a:pt x="29100" y="0"/>
                  </a:cubicBez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0" name="Google Shape;670;p5"/>
            <p:cNvSpPr/>
            <p:nvPr/>
          </p:nvSpPr>
          <p:spPr>
            <a:xfrm>
              <a:off x="2624040" y="3471120"/>
              <a:ext cx="250920" cy="78480"/>
            </a:xfrm>
            <a:custGeom>
              <a:rect b="b" l="l" r="r" t="t"/>
              <a:pathLst>
                <a:path extrusionOk="0" h="1974" w="6280">
                  <a:moveTo>
                    <a:pt x="3933" y="0"/>
                  </a:moveTo>
                  <a:cubicBezTo>
                    <a:pt x="3409" y="0"/>
                    <a:pt x="2096" y="309"/>
                    <a:pt x="1333" y="618"/>
                  </a:cubicBezTo>
                  <a:cubicBezTo>
                    <a:pt x="785" y="855"/>
                    <a:pt x="310" y="1257"/>
                    <a:pt x="0" y="1749"/>
                  </a:cubicBezTo>
                  <a:cubicBezTo>
                    <a:pt x="0" y="1749"/>
                    <a:pt x="2678" y="1974"/>
                    <a:pt x="4254" y="1974"/>
                  </a:cubicBezTo>
                  <a:cubicBezTo>
                    <a:pt x="4533" y="1974"/>
                    <a:pt x="4777" y="1967"/>
                    <a:pt x="4965" y="1950"/>
                  </a:cubicBezTo>
                  <a:cubicBezTo>
                    <a:pt x="6280" y="1841"/>
                    <a:pt x="4783" y="1384"/>
                    <a:pt x="4783" y="1384"/>
                  </a:cubicBezTo>
                  <a:cubicBezTo>
                    <a:pt x="4783" y="1384"/>
                    <a:pt x="5458" y="1038"/>
                    <a:pt x="5385" y="818"/>
                  </a:cubicBezTo>
                  <a:cubicBezTo>
                    <a:pt x="5369" y="766"/>
                    <a:pt x="5251" y="746"/>
                    <a:pt x="5077" y="746"/>
                  </a:cubicBezTo>
                  <a:cubicBezTo>
                    <a:pt x="4460" y="746"/>
                    <a:pt x="3140" y="1001"/>
                    <a:pt x="3140" y="1001"/>
                  </a:cubicBezTo>
                  <a:cubicBezTo>
                    <a:pt x="3140" y="1001"/>
                    <a:pt x="4418" y="107"/>
                    <a:pt x="4089" y="15"/>
                  </a:cubicBezTo>
                  <a:cubicBezTo>
                    <a:pt x="4051" y="5"/>
                    <a:pt x="3998" y="0"/>
                    <a:pt x="3933" y="0"/>
                  </a:cubicBez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39225" lIns="91425" spcFirstLastPara="1" rIns="91425" wrap="square" tIns="39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1" name="Google Shape;671;p5"/>
            <p:cNvSpPr/>
            <p:nvPr/>
          </p:nvSpPr>
          <p:spPr>
            <a:xfrm>
              <a:off x="2431080" y="2343600"/>
              <a:ext cx="30960" cy="51840"/>
            </a:xfrm>
            <a:custGeom>
              <a:rect b="b" l="l" r="r" t="t"/>
              <a:pathLst>
                <a:path extrusionOk="0" h="1301" w="786">
                  <a:moveTo>
                    <a:pt x="367" y="0"/>
                  </a:moveTo>
                  <a:cubicBezTo>
                    <a:pt x="360" y="0"/>
                    <a:pt x="354" y="1"/>
                    <a:pt x="348" y="1"/>
                  </a:cubicBezTo>
                  <a:cubicBezTo>
                    <a:pt x="147" y="19"/>
                    <a:pt x="1" y="311"/>
                    <a:pt x="37" y="677"/>
                  </a:cubicBezTo>
                  <a:cubicBezTo>
                    <a:pt x="54" y="1021"/>
                    <a:pt x="218" y="1300"/>
                    <a:pt x="405" y="1300"/>
                  </a:cubicBezTo>
                  <a:cubicBezTo>
                    <a:pt x="416" y="1300"/>
                    <a:pt x="427" y="1299"/>
                    <a:pt x="439" y="1297"/>
                  </a:cubicBezTo>
                  <a:cubicBezTo>
                    <a:pt x="640" y="1279"/>
                    <a:pt x="786" y="969"/>
                    <a:pt x="767" y="622"/>
                  </a:cubicBezTo>
                  <a:cubicBezTo>
                    <a:pt x="732" y="268"/>
                    <a:pt x="560" y="0"/>
                    <a:pt x="3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25900" lIns="91425" spcFirstLastPara="1" rIns="91425" wrap="square" tIns="2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2" name="Google Shape;672;p5"/>
            <p:cNvSpPr/>
            <p:nvPr/>
          </p:nvSpPr>
          <p:spPr>
            <a:xfrm>
              <a:off x="2560320" y="2332800"/>
              <a:ext cx="30240" cy="51480"/>
            </a:xfrm>
            <a:custGeom>
              <a:rect b="b" l="l" r="r" t="t"/>
              <a:pathLst>
                <a:path extrusionOk="0" h="1299" w="768">
                  <a:moveTo>
                    <a:pt x="367" y="0"/>
                  </a:moveTo>
                  <a:cubicBezTo>
                    <a:pt x="360" y="0"/>
                    <a:pt x="354" y="1"/>
                    <a:pt x="348" y="1"/>
                  </a:cubicBezTo>
                  <a:cubicBezTo>
                    <a:pt x="147" y="20"/>
                    <a:pt x="1" y="312"/>
                    <a:pt x="19" y="677"/>
                  </a:cubicBezTo>
                  <a:cubicBezTo>
                    <a:pt x="55" y="1013"/>
                    <a:pt x="227" y="1298"/>
                    <a:pt x="421" y="1298"/>
                  </a:cubicBezTo>
                  <a:cubicBezTo>
                    <a:pt x="427" y="1298"/>
                    <a:pt x="433" y="1298"/>
                    <a:pt x="439" y="1297"/>
                  </a:cubicBezTo>
                  <a:cubicBezTo>
                    <a:pt x="640" y="1279"/>
                    <a:pt x="768" y="987"/>
                    <a:pt x="749" y="622"/>
                  </a:cubicBezTo>
                  <a:cubicBezTo>
                    <a:pt x="732" y="268"/>
                    <a:pt x="560" y="0"/>
                    <a:pt x="3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25900" lIns="91425" spcFirstLastPara="1" rIns="91425" wrap="square" tIns="2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3" name="Google Shape;673;p5"/>
            <p:cNvSpPr/>
            <p:nvPr/>
          </p:nvSpPr>
          <p:spPr>
            <a:xfrm>
              <a:off x="2492640" y="2328840"/>
              <a:ext cx="57240" cy="176040"/>
            </a:xfrm>
            <a:custGeom>
              <a:rect b="b" l="l" r="r" t="t"/>
              <a:pathLst>
                <a:path extrusionOk="0" h="4413" w="1443">
                  <a:moveTo>
                    <a:pt x="499" y="1"/>
                  </a:moveTo>
                  <a:cubicBezTo>
                    <a:pt x="459" y="1"/>
                    <a:pt x="420" y="29"/>
                    <a:pt x="420" y="79"/>
                  </a:cubicBezTo>
                  <a:cubicBezTo>
                    <a:pt x="402" y="1393"/>
                    <a:pt x="785" y="2781"/>
                    <a:pt x="1095" y="4059"/>
                  </a:cubicBezTo>
                  <a:cubicBezTo>
                    <a:pt x="767" y="4113"/>
                    <a:pt x="438" y="4113"/>
                    <a:pt x="110" y="4168"/>
                  </a:cubicBezTo>
                  <a:cubicBezTo>
                    <a:pt x="0" y="4205"/>
                    <a:pt x="0" y="4351"/>
                    <a:pt x="110" y="4387"/>
                  </a:cubicBezTo>
                  <a:cubicBezTo>
                    <a:pt x="238" y="4405"/>
                    <a:pt x="367" y="4413"/>
                    <a:pt x="496" y="4413"/>
                  </a:cubicBezTo>
                  <a:cubicBezTo>
                    <a:pt x="769" y="4413"/>
                    <a:pt x="1042" y="4376"/>
                    <a:pt x="1315" y="4314"/>
                  </a:cubicBezTo>
                  <a:cubicBezTo>
                    <a:pt x="1388" y="4296"/>
                    <a:pt x="1442" y="4223"/>
                    <a:pt x="1442" y="4150"/>
                  </a:cubicBezTo>
                  <a:cubicBezTo>
                    <a:pt x="1278" y="3475"/>
                    <a:pt x="1114" y="2799"/>
                    <a:pt x="986" y="2124"/>
                  </a:cubicBezTo>
                  <a:cubicBezTo>
                    <a:pt x="876" y="1430"/>
                    <a:pt x="749" y="736"/>
                    <a:pt x="584" y="61"/>
                  </a:cubicBezTo>
                  <a:cubicBezTo>
                    <a:pt x="568" y="20"/>
                    <a:pt x="533" y="1"/>
                    <a:pt x="49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8200" lIns="91425" spcFirstLastPara="1" rIns="91425" wrap="square" tIns="88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4" name="Google Shape;674;p5"/>
            <p:cNvSpPr/>
            <p:nvPr/>
          </p:nvSpPr>
          <p:spPr>
            <a:xfrm>
              <a:off x="2178720" y="2357640"/>
              <a:ext cx="65880" cy="106200"/>
            </a:xfrm>
            <a:custGeom>
              <a:rect b="b" l="l" r="r" t="t"/>
              <a:pathLst>
                <a:path extrusionOk="0" h="2669" w="1658">
                  <a:moveTo>
                    <a:pt x="1193" y="1"/>
                  </a:moveTo>
                  <a:cubicBezTo>
                    <a:pt x="955" y="1"/>
                    <a:pt x="688" y="180"/>
                    <a:pt x="512" y="330"/>
                  </a:cubicBezTo>
                  <a:cubicBezTo>
                    <a:pt x="183" y="622"/>
                    <a:pt x="0" y="1060"/>
                    <a:pt x="55" y="1516"/>
                  </a:cubicBezTo>
                  <a:cubicBezTo>
                    <a:pt x="92" y="1954"/>
                    <a:pt x="329" y="2338"/>
                    <a:pt x="712" y="2538"/>
                  </a:cubicBezTo>
                  <a:cubicBezTo>
                    <a:pt x="856" y="2610"/>
                    <a:pt x="1039" y="2669"/>
                    <a:pt x="1207" y="2669"/>
                  </a:cubicBezTo>
                  <a:cubicBezTo>
                    <a:pt x="1382" y="2669"/>
                    <a:pt x="1542" y="2606"/>
                    <a:pt x="1625" y="2429"/>
                  </a:cubicBezTo>
                  <a:cubicBezTo>
                    <a:pt x="1658" y="2364"/>
                    <a:pt x="1632" y="2298"/>
                    <a:pt x="1574" y="2298"/>
                  </a:cubicBezTo>
                  <a:cubicBezTo>
                    <a:pt x="1567" y="2298"/>
                    <a:pt x="1560" y="2299"/>
                    <a:pt x="1552" y="2301"/>
                  </a:cubicBezTo>
                  <a:cubicBezTo>
                    <a:pt x="1508" y="2299"/>
                    <a:pt x="1465" y="2298"/>
                    <a:pt x="1424" y="2298"/>
                  </a:cubicBezTo>
                  <a:cubicBezTo>
                    <a:pt x="1370" y="2298"/>
                    <a:pt x="1318" y="2299"/>
                    <a:pt x="1268" y="2299"/>
                  </a:cubicBezTo>
                  <a:cubicBezTo>
                    <a:pt x="1092" y="2299"/>
                    <a:pt x="938" y="2283"/>
                    <a:pt x="767" y="2137"/>
                  </a:cubicBezTo>
                  <a:cubicBezTo>
                    <a:pt x="475" y="1900"/>
                    <a:pt x="347" y="1516"/>
                    <a:pt x="420" y="1133"/>
                  </a:cubicBezTo>
                  <a:cubicBezTo>
                    <a:pt x="475" y="841"/>
                    <a:pt x="658" y="603"/>
                    <a:pt x="895" y="439"/>
                  </a:cubicBezTo>
                  <a:cubicBezTo>
                    <a:pt x="1078" y="330"/>
                    <a:pt x="1278" y="311"/>
                    <a:pt x="1424" y="147"/>
                  </a:cubicBezTo>
                  <a:cubicBezTo>
                    <a:pt x="1443" y="129"/>
                    <a:pt x="1443" y="92"/>
                    <a:pt x="1424" y="74"/>
                  </a:cubicBezTo>
                  <a:cubicBezTo>
                    <a:pt x="1354" y="22"/>
                    <a:pt x="1275" y="1"/>
                    <a:pt x="119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3275" lIns="91425" spcFirstLastPara="1" rIns="91425" wrap="square" tIns="53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5" name="Google Shape;675;p5"/>
            <p:cNvSpPr/>
            <p:nvPr/>
          </p:nvSpPr>
          <p:spPr>
            <a:xfrm>
              <a:off x="2441160" y="2542680"/>
              <a:ext cx="64080" cy="23400"/>
            </a:xfrm>
            <a:custGeom>
              <a:rect b="b" l="l" r="r" t="t"/>
              <a:pathLst>
                <a:path extrusionOk="0" h="595" w="1615">
                  <a:moveTo>
                    <a:pt x="247" y="1"/>
                  </a:moveTo>
                  <a:cubicBezTo>
                    <a:pt x="92" y="1"/>
                    <a:pt x="0" y="227"/>
                    <a:pt x="171" y="335"/>
                  </a:cubicBezTo>
                  <a:cubicBezTo>
                    <a:pt x="423" y="500"/>
                    <a:pt x="720" y="594"/>
                    <a:pt x="1018" y="594"/>
                  </a:cubicBezTo>
                  <a:cubicBezTo>
                    <a:pt x="1150" y="594"/>
                    <a:pt x="1283" y="575"/>
                    <a:pt x="1412" y="536"/>
                  </a:cubicBezTo>
                  <a:cubicBezTo>
                    <a:pt x="1614" y="469"/>
                    <a:pt x="1552" y="183"/>
                    <a:pt x="1368" y="183"/>
                  </a:cubicBezTo>
                  <a:cubicBezTo>
                    <a:pt x="1353" y="183"/>
                    <a:pt x="1337" y="185"/>
                    <a:pt x="1321" y="189"/>
                  </a:cubicBezTo>
                  <a:cubicBezTo>
                    <a:pt x="1222" y="210"/>
                    <a:pt x="1122" y="221"/>
                    <a:pt x="1025" y="221"/>
                  </a:cubicBezTo>
                  <a:cubicBezTo>
                    <a:pt x="780" y="221"/>
                    <a:pt x="544" y="155"/>
                    <a:pt x="335" y="25"/>
                  </a:cubicBezTo>
                  <a:cubicBezTo>
                    <a:pt x="304" y="8"/>
                    <a:pt x="274" y="1"/>
                    <a:pt x="24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1875" lIns="91425" spcFirstLastPara="1" rIns="91425" wrap="square" tIns="1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6" name="Google Shape;676;p5"/>
            <p:cNvSpPr/>
            <p:nvPr/>
          </p:nvSpPr>
          <p:spPr>
            <a:xfrm>
              <a:off x="1776960" y="3574800"/>
              <a:ext cx="734040" cy="183600"/>
            </a:xfrm>
            <a:custGeom>
              <a:rect b="b" l="l" r="r" t="t"/>
              <a:pathLst>
                <a:path extrusionOk="0" h="4603" w="18368">
                  <a:moveTo>
                    <a:pt x="2770" y="1"/>
                  </a:moveTo>
                  <a:cubicBezTo>
                    <a:pt x="2463" y="1"/>
                    <a:pt x="2158" y="24"/>
                    <a:pt x="1862" y="67"/>
                  </a:cubicBezTo>
                  <a:cubicBezTo>
                    <a:pt x="1223" y="177"/>
                    <a:pt x="493" y="359"/>
                    <a:pt x="0" y="797"/>
                  </a:cubicBezTo>
                  <a:cubicBezTo>
                    <a:pt x="0" y="797"/>
                    <a:pt x="0" y="834"/>
                    <a:pt x="18" y="834"/>
                  </a:cubicBezTo>
                  <a:cubicBezTo>
                    <a:pt x="767" y="670"/>
                    <a:pt x="1424" y="341"/>
                    <a:pt x="2191" y="268"/>
                  </a:cubicBezTo>
                  <a:cubicBezTo>
                    <a:pt x="2347" y="256"/>
                    <a:pt x="2504" y="250"/>
                    <a:pt x="2660" y="250"/>
                  </a:cubicBezTo>
                  <a:cubicBezTo>
                    <a:pt x="3233" y="250"/>
                    <a:pt x="3804" y="329"/>
                    <a:pt x="4363" y="487"/>
                  </a:cubicBezTo>
                  <a:cubicBezTo>
                    <a:pt x="5915" y="889"/>
                    <a:pt x="7430" y="1400"/>
                    <a:pt x="8963" y="1856"/>
                  </a:cubicBezTo>
                  <a:lnTo>
                    <a:pt x="18146" y="4594"/>
                  </a:lnTo>
                  <a:cubicBezTo>
                    <a:pt x="18161" y="4600"/>
                    <a:pt x="18176" y="4602"/>
                    <a:pt x="18190" y="4602"/>
                  </a:cubicBezTo>
                  <a:cubicBezTo>
                    <a:pt x="18322" y="4602"/>
                    <a:pt x="18367" y="4388"/>
                    <a:pt x="18219" y="4339"/>
                  </a:cubicBezTo>
                  <a:lnTo>
                    <a:pt x="8525" y="1436"/>
                  </a:lnTo>
                  <a:cubicBezTo>
                    <a:pt x="6974" y="962"/>
                    <a:pt x="5385" y="359"/>
                    <a:pt x="3779" y="85"/>
                  </a:cubicBezTo>
                  <a:cubicBezTo>
                    <a:pt x="3445" y="28"/>
                    <a:pt x="3106" y="1"/>
                    <a:pt x="277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7" name="Google Shape;677;p5"/>
            <p:cNvSpPr/>
            <p:nvPr/>
          </p:nvSpPr>
          <p:spPr>
            <a:xfrm>
              <a:off x="2620080" y="3536280"/>
              <a:ext cx="384840" cy="40680"/>
            </a:xfrm>
            <a:custGeom>
              <a:rect b="b" l="l" r="r" t="t"/>
              <a:pathLst>
                <a:path extrusionOk="0" h="1023" w="9629">
                  <a:moveTo>
                    <a:pt x="1708" y="0"/>
                  </a:moveTo>
                  <a:cubicBezTo>
                    <a:pt x="1134" y="0"/>
                    <a:pt x="562" y="41"/>
                    <a:pt x="1" y="123"/>
                  </a:cubicBezTo>
                  <a:cubicBezTo>
                    <a:pt x="1" y="142"/>
                    <a:pt x="1" y="142"/>
                    <a:pt x="1" y="160"/>
                  </a:cubicBezTo>
                  <a:cubicBezTo>
                    <a:pt x="636" y="220"/>
                    <a:pt x="1259" y="256"/>
                    <a:pt x="1889" y="256"/>
                  </a:cubicBezTo>
                  <a:cubicBezTo>
                    <a:pt x="2020" y="256"/>
                    <a:pt x="2151" y="254"/>
                    <a:pt x="2283" y="251"/>
                  </a:cubicBezTo>
                  <a:cubicBezTo>
                    <a:pt x="3049" y="270"/>
                    <a:pt x="3798" y="306"/>
                    <a:pt x="4565" y="361"/>
                  </a:cubicBezTo>
                  <a:cubicBezTo>
                    <a:pt x="6189" y="489"/>
                    <a:pt x="7814" y="708"/>
                    <a:pt x="9420" y="1018"/>
                  </a:cubicBezTo>
                  <a:cubicBezTo>
                    <a:pt x="9432" y="1021"/>
                    <a:pt x="9442" y="1022"/>
                    <a:pt x="9453" y="1022"/>
                  </a:cubicBezTo>
                  <a:cubicBezTo>
                    <a:pt x="9576" y="1022"/>
                    <a:pt x="9628" y="833"/>
                    <a:pt x="9493" y="799"/>
                  </a:cubicBezTo>
                  <a:cubicBezTo>
                    <a:pt x="7924" y="489"/>
                    <a:pt x="6335" y="270"/>
                    <a:pt x="4747" y="142"/>
                  </a:cubicBezTo>
                  <a:cubicBezTo>
                    <a:pt x="3926" y="87"/>
                    <a:pt x="3104" y="32"/>
                    <a:pt x="2283" y="14"/>
                  </a:cubicBezTo>
                  <a:cubicBezTo>
                    <a:pt x="2091" y="5"/>
                    <a:pt x="1899" y="0"/>
                    <a:pt x="170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8" name="Google Shape;678;p5"/>
            <p:cNvSpPr/>
            <p:nvPr/>
          </p:nvSpPr>
          <p:spPr>
            <a:xfrm>
              <a:off x="1908720" y="2964600"/>
              <a:ext cx="123480" cy="620640"/>
            </a:xfrm>
            <a:custGeom>
              <a:rect b="b" l="l" r="r" t="t"/>
              <a:pathLst>
                <a:path extrusionOk="0" h="15531" w="3095">
                  <a:moveTo>
                    <a:pt x="1505" y="0"/>
                  </a:moveTo>
                  <a:cubicBezTo>
                    <a:pt x="1456" y="0"/>
                    <a:pt x="1420" y="60"/>
                    <a:pt x="1433" y="100"/>
                  </a:cubicBezTo>
                  <a:cubicBezTo>
                    <a:pt x="2620" y="2729"/>
                    <a:pt x="1634" y="5267"/>
                    <a:pt x="1105" y="7932"/>
                  </a:cubicBezTo>
                  <a:cubicBezTo>
                    <a:pt x="612" y="10396"/>
                    <a:pt x="247" y="12879"/>
                    <a:pt x="9" y="15380"/>
                  </a:cubicBezTo>
                  <a:cubicBezTo>
                    <a:pt x="0" y="15480"/>
                    <a:pt x="78" y="15531"/>
                    <a:pt x="160" y="15531"/>
                  </a:cubicBezTo>
                  <a:cubicBezTo>
                    <a:pt x="242" y="15531"/>
                    <a:pt x="329" y="15480"/>
                    <a:pt x="338" y="15380"/>
                  </a:cubicBezTo>
                  <a:cubicBezTo>
                    <a:pt x="594" y="12368"/>
                    <a:pt x="1086" y="9374"/>
                    <a:pt x="1780" y="6417"/>
                  </a:cubicBezTo>
                  <a:cubicBezTo>
                    <a:pt x="2255" y="4463"/>
                    <a:pt x="3094" y="1762"/>
                    <a:pt x="1561" y="27"/>
                  </a:cubicBezTo>
                  <a:cubicBezTo>
                    <a:pt x="1542" y="8"/>
                    <a:pt x="1522" y="0"/>
                    <a:pt x="15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9" name="Google Shape;679;p5"/>
            <p:cNvSpPr/>
            <p:nvPr/>
          </p:nvSpPr>
          <p:spPr>
            <a:xfrm>
              <a:off x="1866240" y="2891880"/>
              <a:ext cx="55080" cy="20520"/>
            </a:xfrm>
            <a:custGeom>
              <a:rect b="b" l="l" r="r" t="t"/>
              <a:pathLst>
                <a:path extrusionOk="0" h="519" w="1388">
                  <a:moveTo>
                    <a:pt x="525" y="0"/>
                  </a:moveTo>
                  <a:cubicBezTo>
                    <a:pt x="374" y="0"/>
                    <a:pt x="223" y="33"/>
                    <a:pt x="92" y="99"/>
                  </a:cubicBezTo>
                  <a:cubicBezTo>
                    <a:pt x="0" y="135"/>
                    <a:pt x="55" y="263"/>
                    <a:pt x="128" y="263"/>
                  </a:cubicBezTo>
                  <a:cubicBezTo>
                    <a:pt x="347" y="263"/>
                    <a:pt x="566" y="300"/>
                    <a:pt x="767" y="336"/>
                  </a:cubicBezTo>
                  <a:cubicBezTo>
                    <a:pt x="950" y="391"/>
                    <a:pt x="1114" y="519"/>
                    <a:pt x="1296" y="519"/>
                  </a:cubicBezTo>
                  <a:cubicBezTo>
                    <a:pt x="1351" y="519"/>
                    <a:pt x="1388" y="464"/>
                    <a:pt x="1388" y="409"/>
                  </a:cubicBezTo>
                  <a:cubicBezTo>
                    <a:pt x="1315" y="190"/>
                    <a:pt x="1023" y="99"/>
                    <a:pt x="822" y="44"/>
                  </a:cubicBezTo>
                  <a:cubicBezTo>
                    <a:pt x="727" y="15"/>
                    <a:pt x="626" y="0"/>
                    <a:pt x="5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0" name="Google Shape;680;p5"/>
            <p:cNvSpPr/>
            <p:nvPr/>
          </p:nvSpPr>
          <p:spPr>
            <a:xfrm>
              <a:off x="2770560" y="2880360"/>
              <a:ext cx="39960" cy="27720"/>
            </a:xfrm>
            <a:custGeom>
              <a:rect b="b" l="l" r="r" t="t"/>
              <a:pathLst>
                <a:path extrusionOk="0" h="700" w="1005">
                  <a:moveTo>
                    <a:pt x="737" y="1"/>
                  </a:moveTo>
                  <a:cubicBezTo>
                    <a:pt x="601" y="1"/>
                    <a:pt x="452" y="67"/>
                    <a:pt x="347" y="149"/>
                  </a:cubicBezTo>
                  <a:cubicBezTo>
                    <a:pt x="183" y="258"/>
                    <a:pt x="0" y="404"/>
                    <a:pt x="0" y="605"/>
                  </a:cubicBezTo>
                  <a:cubicBezTo>
                    <a:pt x="0" y="652"/>
                    <a:pt x="41" y="700"/>
                    <a:pt x="100" y="700"/>
                  </a:cubicBezTo>
                  <a:cubicBezTo>
                    <a:pt x="109" y="700"/>
                    <a:pt x="118" y="699"/>
                    <a:pt x="128" y="696"/>
                  </a:cubicBezTo>
                  <a:cubicBezTo>
                    <a:pt x="274" y="642"/>
                    <a:pt x="384" y="514"/>
                    <a:pt x="530" y="459"/>
                  </a:cubicBezTo>
                  <a:cubicBezTo>
                    <a:pt x="694" y="386"/>
                    <a:pt x="877" y="368"/>
                    <a:pt x="968" y="240"/>
                  </a:cubicBezTo>
                  <a:cubicBezTo>
                    <a:pt x="1004" y="185"/>
                    <a:pt x="986" y="112"/>
                    <a:pt x="950" y="76"/>
                  </a:cubicBezTo>
                  <a:cubicBezTo>
                    <a:pt x="890" y="23"/>
                    <a:pt x="816" y="1"/>
                    <a:pt x="7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4025" lIns="91425" spcFirstLastPara="1" rIns="91425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1" name="Google Shape;681;p5"/>
            <p:cNvSpPr/>
            <p:nvPr/>
          </p:nvSpPr>
          <p:spPr>
            <a:xfrm>
              <a:off x="1607040" y="3369600"/>
              <a:ext cx="329040" cy="101520"/>
            </a:xfrm>
            <a:custGeom>
              <a:rect b="b" l="l" r="r" t="t"/>
              <a:pathLst>
                <a:path extrusionOk="0" h="2550" w="8235">
                  <a:moveTo>
                    <a:pt x="110" y="1"/>
                  </a:moveTo>
                  <a:cubicBezTo>
                    <a:pt x="19" y="1"/>
                    <a:pt x="1" y="147"/>
                    <a:pt x="92" y="183"/>
                  </a:cubicBezTo>
                  <a:cubicBezTo>
                    <a:pt x="713" y="439"/>
                    <a:pt x="1425" y="548"/>
                    <a:pt x="2082" y="731"/>
                  </a:cubicBezTo>
                  <a:cubicBezTo>
                    <a:pt x="2721" y="913"/>
                    <a:pt x="3396" y="1096"/>
                    <a:pt x="4072" y="1278"/>
                  </a:cubicBezTo>
                  <a:cubicBezTo>
                    <a:pt x="5386" y="1680"/>
                    <a:pt x="6700" y="2100"/>
                    <a:pt x="8015" y="2538"/>
                  </a:cubicBezTo>
                  <a:cubicBezTo>
                    <a:pt x="8032" y="2546"/>
                    <a:pt x="8048" y="2549"/>
                    <a:pt x="8063" y="2549"/>
                  </a:cubicBezTo>
                  <a:cubicBezTo>
                    <a:pt x="8192" y="2549"/>
                    <a:pt x="8235" y="2295"/>
                    <a:pt x="8088" y="2246"/>
                  </a:cubicBezTo>
                  <a:cubicBezTo>
                    <a:pt x="6755" y="1771"/>
                    <a:pt x="5404" y="1351"/>
                    <a:pt x="4053" y="950"/>
                  </a:cubicBezTo>
                  <a:cubicBezTo>
                    <a:pt x="3378" y="767"/>
                    <a:pt x="2721" y="585"/>
                    <a:pt x="2045" y="420"/>
                  </a:cubicBezTo>
                  <a:cubicBezTo>
                    <a:pt x="1388" y="256"/>
                    <a:pt x="749" y="37"/>
                    <a:pt x="1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0750" lIns="91425" spcFirstLastPara="1" rIns="91425" wrap="square" tIns="50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6"/>
          <p:cNvSpPr txBox="1"/>
          <p:nvPr>
            <p:ph type="title"/>
          </p:nvPr>
        </p:nvSpPr>
        <p:spPr>
          <a:xfrm>
            <a:off x="3514680" y="752400"/>
            <a:ext cx="4914720" cy="11044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2500" lnSpcReduction="9999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lata"/>
              <a:buNone/>
            </a:pPr>
            <a:r>
              <a:rPr b="0" lang="en-US" sz="3500" u="none" strike="noStrik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Абонаментен модел и SPA технология</a:t>
            </a:r>
            <a:endParaRPr b="0" sz="35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6"/>
          <p:cNvSpPr txBox="1"/>
          <p:nvPr>
            <p:ph idx="1" type="subTitle"/>
          </p:nvPr>
        </p:nvSpPr>
        <p:spPr>
          <a:xfrm>
            <a:off x="4172040" y="1866960"/>
            <a:ext cx="4266720" cy="27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Приложението работи на базата на </a:t>
            </a:r>
            <a:r>
              <a:rPr b="1" i="0" lang="en-U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абонаментен модел</a:t>
            </a:r>
            <a:r>
              <a:rPr b="0" i="0" lang="en-U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който предлага trial и premium планове. Това осигурява достъп до базови и разширени функции в зависимост от нуждите на потребителя. Проектът е реализиран като </a:t>
            </a:r>
            <a:r>
              <a:rPr b="0" i="1" lang="en-U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Single Page Application</a:t>
            </a:r>
            <a:r>
              <a:rPr b="0" i="0" lang="en-U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(SPA), което гарантира плавна и бърза навигация без презареждане на страниците и подобрено потребителско изживяване.</a:t>
            </a:r>
            <a:endParaRPr b="0" i="0" sz="14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688" name="Google Shape;688;p6"/>
          <p:cNvGrpSpPr/>
          <p:nvPr/>
        </p:nvGrpSpPr>
        <p:grpSpPr>
          <a:xfrm>
            <a:off x="889200" y="1473840"/>
            <a:ext cx="2821320" cy="2642760"/>
            <a:chOff x="889200" y="1473840"/>
            <a:chExt cx="2821320" cy="2642760"/>
          </a:xfrm>
        </p:grpSpPr>
        <p:sp>
          <p:nvSpPr>
            <p:cNvPr id="689" name="Google Shape;689;p6"/>
            <p:cNvSpPr/>
            <p:nvPr/>
          </p:nvSpPr>
          <p:spPr>
            <a:xfrm>
              <a:off x="923760" y="1520640"/>
              <a:ext cx="2691360" cy="2595960"/>
            </a:xfrm>
            <a:custGeom>
              <a:rect b="b" l="l" r="r" t="t"/>
              <a:pathLst>
                <a:path extrusionOk="0" h="64925" w="67307">
                  <a:moveTo>
                    <a:pt x="34846" y="1"/>
                  </a:moveTo>
                  <a:cubicBezTo>
                    <a:pt x="25205" y="1"/>
                    <a:pt x="15833" y="4313"/>
                    <a:pt x="9547" y="12127"/>
                  </a:cubicBezTo>
                  <a:cubicBezTo>
                    <a:pt x="913" y="22861"/>
                    <a:pt x="0" y="37867"/>
                    <a:pt x="7266" y="49568"/>
                  </a:cubicBezTo>
                  <a:cubicBezTo>
                    <a:pt x="13264" y="59254"/>
                    <a:pt x="23790" y="64924"/>
                    <a:pt x="34858" y="64924"/>
                  </a:cubicBezTo>
                  <a:cubicBezTo>
                    <a:pt x="37162" y="64924"/>
                    <a:pt x="39489" y="64679"/>
                    <a:pt x="41804" y="64172"/>
                  </a:cubicBezTo>
                  <a:lnTo>
                    <a:pt x="42060" y="64099"/>
                  </a:lnTo>
                  <a:cubicBezTo>
                    <a:pt x="56828" y="60740"/>
                    <a:pt x="67306" y="47615"/>
                    <a:pt x="67306" y="32463"/>
                  </a:cubicBezTo>
                  <a:cubicBezTo>
                    <a:pt x="67306" y="18699"/>
                    <a:pt x="58617" y="6413"/>
                    <a:pt x="45619" y="1849"/>
                  </a:cubicBezTo>
                  <a:cubicBezTo>
                    <a:pt x="42089" y="603"/>
                    <a:pt x="38449" y="1"/>
                    <a:pt x="348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0" name="Google Shape;690;p6"/>
            <p:cNvSpPr/>
            <p:nvPr/>
          </p:nvSpPr>
          <p:spPr>
            <a:xfrm>
              <a:off x="889200" y="1473840"/>
              <a:ext cx="715680" cy="1468440"/>
            </a:xfrm>
            <a:custGeom>
              <a:rect b="b" l="l" r="r" t="t"/>
              <a:pathLst>
                <a:path extrusionOk="0" h="36724" w="17909">
                  <a:moveTo>
                    <a:pt x="11026" y="1"/>
                  </a:moveTo>
                  <a:cubicBezTo>
                    <a:pt x="8744" y="1"/>
                    <a:pt x="6214" y="1084"/>
                    <a:pt x="4272" y="3116"/>
                  </a:cubicBezTo>
                  <a:cubicBezTo>
                    <a:pt x="2592" y="4850"/>
                    <a:pt x="0" y="8793"/>
                    <a:pt x="1351" y="15602"/>
                  </a:cubicBezTo>
                  <a:cubicBezTo>
                    <a:pt x="1880" y="18340"/>
                    <a:pt x="2994" y="21188"/>
                    <a:pt x="4655" y="24182"/>
                  </a:cubicBezTo>
                  <a:cubicBezTo>
                    <a:pt x="6608" y="27669"/>
                    <a:pt x="9310" y="31320"/>
                    <a:pt x="12779" y="35117"/>
                  </a:cubicBezTo>
                  <a:cubicBezTo>
                    <a:pt x="13144" y="35518"/>
                    <a:pt x="13527" y="35938"/>
                    <a:pt x="13929" y="36358"/>
                  </a:cubicBezTo>
                  <a:lnTo>
                    <a:pt x="14275" y="36723"/>
                  </a:lnTo>
                  <a:lnTo>
                    <a:pt x="14622" y="36395"/>
                  </a:lnTo>
                  <a:lnTo>
                    <a:pt x="14969" y="36048"/>
                  </a:lnTo>
                  <a:cubicBezTo>
                    <a:pt x="14841" y="35920"/>
                    <a:pt x="14714" y="35792"/>
                    <a:pt x="14604" y="35665"/>
                  </a:cubicBezTo>
                  <a:cubicBezTo>
                    <a:pt x="14202" y="35263"/>
                    <a:pt x="13819" y="34861"/>
                    <a:pt x="13454" y="34441"/>
                  </a:cubicBezTo>
                  <a:cubicBezTo>
                    <a:pt x="9639" y="30261"/>
                    <a:pt x="6919" y="26391"/>
                    <a:pt x="5075" y="22904"/>
                  </a:cubicBezTo>
                  <a:cubicBezTo>
                    <a:pt x="365" y="13977"/>
                    <a:pt x="1442" y="7424"/>
                    <a:pt x="4965" y="3773"/>
                  </a:cubicBezTo>
                  <a:cubicBezTo>
                    <a:pt x="6704" y="1955"/>
                    <a:pt x="9022" y="960"/>
                    <a:pt x="11064" y="960"/>
                  </a:cubicBezTo>
                  <a:cubicBezTo>
                    <a:pt x="12281" y="960"/>
                    <a:pt x="13400" y="1314"/>
                    <a:pt x="14239" y="2057"/>
                  </a:cubicBezTo>
                  <a:cubicBezTo>
                    <a:pt x="15736" y="3353"/>
                    <a:pt x="16740" y="5124"/>
                    <a:pt x="17050" y="7077"/>
                  </a:cubicBezTo>
                  <a:cubicBezTo>
                    <a:pt x="17342" y="6895"/>
                    <a:pt x="17616" y="6694"/>
                    <a:pt x="17908" y="6511"/>
                  </a:cubicBezTo>
                  <a:cubicBezTo>
                    <a:pt x="17488" y="4503"/>
                    <a:pt x="16411" y="2678"/>
                    <a:pt x="14860" y="1345"/>
                  </a:cubicBezTo>
                  <a:cubicBezTo>
                    <a:pt x="13825" y="437"/>
                    <a:pt x="12475" y="1"/>
                    <a:pt x="11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1" name="Google Shape;691;p6"/>
            <p:cNvSpPr/>
            <p:nvPr/>
          </p:nvSpPr>
          <p:spPr>
            <a:xfrm>
              <a:off x="1384200" y="2840040"/>
              <a:ext cx="116640" cy="115920"/>
            </a:xfrm>
            <a:custGeom>
              <a:rect b="b" l="l" r="r" t="t"/>
              <a:pathLst>
                <a:path extrusionOk="0" h="2904" w="2922">
                  <a:moveTo>
                    <a:pt x="1388" y="1"/>
                  </a:moveTo>
                  <a:lnTo>
                    <a:pt x="1078" y="293"/>
                  </a:lnTo>
                  <a:lnTo>
                    <a:pt x="384" y="950"/>
                  </a:lnTo>
                  <a:lnTo>
                    <a:pt x="1" y="1315"/>
                  </a:lnTo>
                  <a:cubicBezTo>
                    <a:pt x="421" y="1753"/>
                    <a:pt x="841" y="2191"/>
                    <a:pt x="1279" y="2629"/>
                  </a:cubicBezTo>
                  <a:lnTo>
                    <a:pt x="1571" y="2903"/>
                  </a:lnTo>
                  <a:lnTo>
                    <a:pt x="2246" y="2228"/>
                  </a:lnTo>
                  <a:lnTo>
                    <a:pt x="2575" y="1881"/>
                  </a:lnTo>
                  <a:lnTo>
                    <a:pt x="2922" y="1552"/>
                  </a:lnTo>
                  <a:cubicBezTo>
                    <a:pt x="2812" y="1443"/>
                    <a:pt x="2721" y="1351"/>
                    <a:pt x="2611" y="1242"/>
                  </a:cubicBezTo>
                  <a:cubicBezTo>
                    <a:pt x="2192" y="822"/>
                    <a:pt x="1790" y="402"/>
                    <a:pt x="13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2" name="Google Shape;692;p6"/>
            <p:cNvSpPr/>
            <p:nvPr/>
          </p:nvSpPr>
          <p:spPr>
            <a:xfrm>
              <a:off x="1386720" y="2872080"/>
              <a:ext cx="321840" cy="268920"/>
            </a:xfrm>
            <a:custGeom>
              <a:rect b="b" l="l" r="r" t="t"/>
              <a:pathLst>
                <a:path extrusionOk="0" h="6731" w="8061">
                  <a:moveTo>
                    <a:pt x="4231" y="1"/>
                  </a:moveTo>
                  <a:cubicBezTo>
                    <a:pt x="3739" y="1"/>
                    <a:pt x="3239" y="108"/>
                    <a:pt x="2767" y="334"/>
                  </a:cubicBezTo>
                  <a:cubicBezTo>
                    <a:pt x="2693" y="371"/>
                    <a:pt x="2620" y="426"/>
                    <a:pt x="2547" y="462"/>
                  </a:cubicBezTo>
                  <a:cubicBezTo>
                    <a:pt x="2401" y="535"/>
                    <a:pt x="2274" y="626"/>
                    <a:pt x="2146" y="718"/>
                  </a:cubicBezTo>
                  <a:cubicBezTo>
                    <a:pt x="1890" y="919"/>
                    <a:pt x="1671" y="1138"/>
                    <a:pt x="1489" y="1411"/>
                  </a:cubicBezTo>
                  <a:cubicBezTo>
                    <a:pt x="1379" y="1539"/>
                    <a:pt x="1288" y="1685"/>
                    <a:pt x="1215" y="1831"/>
                  </a:cubicBezTo>
                  <a:cubicBezTo>
                    <a:pt x="1" y="4199"/>
                    <a:pt x="1852" y="6730"/>
                    <a:pt x="4179" y="6730"/>
                  </a:cubicBezTo>
                  <a:cubicBezTo>
                    <a:pt x="4651" y="6730"/>
                    <a:pt x="5143" y="6626"/>
                    <a:pt x="5633" y="6395"/>
                  </a:cubicBezTo>
                  <a:lnTo>
                    <a:pt x="5633" y="6413"/>
                  </a:lnTo>
                  <a:cubicBezTo>
                    <a:pt x="7330" y="5628"/>
                    <a:pt x="8060" y="3602"/>
                    <a:pt x="7276" y="1923"/>
                  </a:cubicBezTo>
                  <a:cubicBezTo>
                    <a:pt x="6698" y="702"/>
                    <a:pt x="5489" y="1"/>
                    <a:pt x="42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3" name="Google Shape;693;p6"/>
            <p:cNvSpPr/>
            <p:nvPr/>
          </p:nvSpPr>
          <p:spPr>
            <a:xfrm>
              <a:off x="1469160" y="2936520"/>
              <a:ext cx="171360" cy="139320"/>
            </a:xfrm>
            <a:custGeom>
              <a:rect b="b" l="l" r="r" t="t"/>
              <a:pathLst>
                <a:path extrusionOk="0" h="3493" w="4290">
                  <a:moveTo>
                    <a:pt x="2130" y="1"/>
                  </a:moveTo>
                  <a:cubicBezTo>
                    <a:pt x="921" y="1"/>
                    <a:pt x="0" y="1291"/>
                    <a:pt x="565" y="2500"/>
                  </a:cubicBezTo>
                  <a:cubicBezTo>
                    <a:pt x="856" y="3120"/>
                    <a:pt x="1480" y="3493"/>
                    <a:pt x="2135" y="3493"/>
                  </a:cubicBezTo>
                  <a:cubicBezTo>
                    <a:pt x="2386" y="3493"/>
                    <a:pt x="2641" y="3438"/>
                    <a:pt x="2884" y="3322"/>
                  </a:cubicBezTo>
                  <a:cubicBezTo>
                    <a:pt x="4290" y="2664"/>
                    <a:pt x="4198" y="638"/>
                    <a:pt x="2738" y="109"/>
                  </a:cubicBezTo>
                  <a:cubicBezTo>
                    <a:pt x="2531" y="35"/>
                    <a:pt x="2327" y="1"/>
                    <a:pt x="21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9825" lIns="91425" spcFirstLastPara="1" rIns="91425" wrap="square" tIns="69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4" name="Google Shape;694;p6"/>
            <p:cNvSpPr/>
            <p:nvPr/>
          </p:nvSpPr>
          <p:spPr>
            <a:xfrm>
              <a:off x="1522080" y="2980080"/>
              <a:ext cx="64800" cy="52200"/>
            </a:xfrm>
            <a:custGeom>
              <a:rect b="b" l="l" r="r" t="t"/>
              <a:pathLst>
                <a:path extrusionOk="0" h="1315" w="1626">
                  <a:moveTo>
                    <a:pt x="795" y="1"/>
                  </a:moveTo>
                  <a:cubicBezTo>
                    <a:pt x="347" y="1"/>
                    <a:pt x="1" y="482"/>
                    <a:pt x="220" y="937"/>
                  </a:cubicBezTo>
                  <a:cubicBezTo>
                    <a:pt x="338" y="1173"/>
                    <a:pt x="570" y="1315"/>
                    <a:pt x="813" y="1315"/>
                  </a:cubicBezTo>
                  <a:cubicBezTo>
                    <a:pt x="908" y="1315"/>
                    <a:pt x="1004" y="1293"/>
                    <a:pt x="1096" y="1247"/>
                  </a:cubicBezTo>
                  <a:cubicBezTo>
                    <a:pt x="1626" y="991"/>
                    <a:pt x="1589" y="243"/>
                    <a:pt x="1023" y="42"/>
                  </a:cubicBezTo>
                  <a:cubicBezTo>
                    <a:pt x="946" y="14"/>
                    <a:pt x="869" y="1"/>
                    <a:pt x="795" y="1"/>
                  </a:cubicBezTo>
                  <a:close/>
                </a:path>
              </a:pathLst>
            </a:custGeom>
            <a:solidFill>
              <a:srgbClr val="202632"/>
            </a:solidFill>
            <a:ln>
              <a:noFill/>
            </a:ln>
          </p:spPr>
          <p:txBody>
            <a:bodyPr anchorCtr="0" anchor="ctr" bIns="26275" lIns="91425" spcFirstLastPara="1" rIns="91425" wrap="square" tIns="2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5" name="Google Shape;695;p6"/>
            <p:cNvSpPr/>
            <p:nvPr/>
          </p:nvSpPr>
          <p:spPr>
            <a:xfrm>
              <a:off x="3313080" y="2965680"/>
              <a:ext cx="361800" cy="685080"/>
            </a:xfrm>
            <a:custGeom>
              <a:rect b="b" l="l" r="r" t="t"/>
              <a:pathLst>
                <a:path extrusionOk="0" h="17142" w="9056">
                  <a:moveTo>
                    <a:pt x="7741" y="0"/>
                  </a:moveTo>
                  <a:lnTo>
                    <a:pt x="7339" y="92"/>
                  </a:lnTo>
                  <a:lnTo>
                    <a:pt x="6792" y="220"/>
                  </a:lnTo>
                  <a:cubicBezTo>
                    <a:pt x="6828" y="384"/>
                    <a:pt x="6865" y="548"/>
                    <a:pt x="6901" y="712"/>
                  </a:cubicBezTo>
                  <a:cubicBezTo>
                    <a:pt x="6974" y="1059"/>
                    <a:pt x="7047" y="1424"/>
                    <a:pt x="7102" y="1771"/>
                  </a:cubicBezTo>
                  <a:cubicBezTo>
                    <a:pt x="7978" y="6901"/>
                    <a:pt x="7376" y="10753"/>
                    <a:pt x="5277" y="13217"/>
                  </a:cubicBezTo>
                  <a:cubicBezTo>
                    <a:pt x="4236" y="14458"/>
                    <a:pt x="2794" y="15371"/>
                    <a:pt x="987" y="15919"/>
                  </a:cubicBezTo>
                  <a:cubicBezTo>
                    <a:pt x="658" y="16339"/>
                    <a:pt x="329" y="16740"/>
                    <a:pt x="1" y="17142"/>
                  </a:cubicBezTo>
                  <a:cubicBezTo>
                    <a:pt x="2593" y="16613"/>
                    <a:pt x="4601" y="15499"/>
                    <a:pt x="6007" y="13838"/>
                  </a:cubicBezTo>
                  <a:cubicBezTo>
                    <a:pt x="8453" y="10954"/>
                    <a:pt x="9055" y="6463"/>
                    <a:pt x="7832" y="457"/>
                  </a:cubicBezTo>
                  <a:cubicBezTo>
                    <a:pt x="7796" y="311"/>
                    <a:pt x="7759" y="165"/>
                    <a:pt x="7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6" name="Google Shape;696;p6"/>
            <p:cNvSpPr/>
            <p:nvPr/>
          </p:nvSpPr>
          <p:spPr>
            <a:xfrm>
              <a:off x="3287880" y="2490480"/>
              <a:ext cx="414000" cy="312120"/>
            </a:xfrm>
            <a:custGeom>
              <a:rect b="b" l="l" r="r" t="t"/>
              <a:pathLst>
                <a:path extrusionOk="0" h="7815" w="10363">
                  <a:moveTo>
                    <a:pt x="10052" y="0"/>
                  </a:moveTo>
                  <a:cubicBezTo>
                    <a:pt x="9888" y="0"/>
                    <a:pt x="9760" y="128"/>
                    <a:pt x="9760" y="292"/>
                  </a:cubicBezTo>
                  <a:lnTo>
                    <a:pt x="9779" y="4035"/>
                  </a:lnTo>
                  <a:lnTo>
                    <a:pt x="9779" y="4163"/>
                  </a:lnTo>
                  <a:cubicBezTo>
                    <a:pt x="9724" y="5167"/>
                    <a:pt x="9085" y="6043"/>
                    <a:pt x="8136" y="6390"/>
                  </a:cubicBezTo>
                  <a:cubicBezTo>
                    <a:pt x="8081" y="6408"/>
                    <a:pt x="8008" y="6426"/>
                    <a:pt x="7953" y="6444"/>
                  </a:cubicBezTo>
                  <a:lnTo>
                    <a:pt x="5270" y="7156"/>
                  </a:lnTo>
                  <a:cubicBezTo>
                    <a:pt x="5055" y="7216"/>
                    <a:pt x="4838" y="7244"/>
                    <a:pt x="4622" y="7244"/>
                  </a:cubicBezTo>
                  <a:cubicBezTo>
                    <a:pt x="3775" y="7244"/>
                    <a:pt x="2964" y="6803"/>
                    <a:pt x="2513" y="6061"/>
                  </a:cubicBezTo>
                  <a:cubicBezTo>
                    <a:pt x="2495" y="6043"/>
                    <a:pt x="2477" y="6025"/>
                    <a:pt x="2477" y="6006"/>
                  </a:cubicBezTo>
                  <a:lnTo>
                    <a:pt x="596" y="2775"/>
                  </a:lnTo>
                  <a:cubicBezTo>
                    <a:pt x="535" y="2670"/>
                    <a:pt x="441" y="2626"/>
                    <a:pt x="350" y="2626"/>
                  </a:cubicBezTo>
                  <a:cubicBezTo>
                    <a:pt x="172" y="2626"/>
                    <a:pt x="1" y="2795"/>
                    <a:pt x="85" y="3012"/>
                  </a:cubicBezTo>
                  <a:cubicBezTo>
                    <a:pt x="85" y="3031"/>
                    <a:pt x="85" y="3049"/>
                    <a:pt x="103" y="3049"/>
                  </a:cubicBezTo>
                  <a:lnTo>
                    <a:pt x="1965" y="6280"/>
                  </a:lnTo>
                  <a:cubicBezTo>
                    <a:pt x="1984" y="6317"/>
                    <a:pt x="2002" y="6353"/>
                    <a:pt x="2039" y="6371"/>
                  </a:cubicBezTo>
                  <a:cubicBezTo>
                    <a:pt x="2294" y="6791"/>
                    <a:pt x="2641" y="7138"/>
                    <a:pt x="3061" y="7375"/>
                  </a:cubicBezTo>
                  <a:cubicBezTo>
                    <a:pt x="3152" y="7448"/>
                    <a:pt x="3262" y="7485"/>
                    <a:pt x="3371" y="7540"/>
                  </a:cubicBezTo>
                  <a:cubicBezTo>
                    <a:pt x="3462" y="7576"/>
                    <a:pt x="3554" y="7613"/>
                    <a:pt x="3645" y="7649"/>
                  </a:cubicBezTo>
                  <a:cubicBezTo>
                    <a:pt x="3966" y="7760"/>
                    <a:pt x="4293" y="7815"/>
                    <a:pt x="4619" y="7815"/>
                  </a:cubicBezTo>
                  <a:cubicBezTo>
                    <a:pt x="4886" y="7815"/>
                    <a:pt x="5153" y="7778"/>
                    <a:pt x="5416" y="7704"/>
                  </a:cubicBezTo>
                  <a:lnTo>
                    <a:pt x="8099" y="6974"/>
                  </a:lnTo>
                  <a:lnTo>
                    <a:pt x="8172" y="6956"/>
                  </a:lnTo>
                  <a:cubicBezTo>
                    <a:pt x="8720" y="6791"/>
                    <a:pt x="9213" y="6481"/>
                    <a:pt x="9596" y="6043"/>
                  </a:cubicBezTo>
                  <a:cubicBezTo>
                    <a:pt x="9669" y="5970"/>
                    <a:pt x="9724" y="5897"/>
                    <a:pt x="9797" y="5824"/>
                  </a:cubicBezTo>
                  <a:cubicBezTo>
                    <a:pt x="9852" y="5733"/>
                    <a:pt x="9925" y="5623"/>
                    <a:pt x="9979" y="5532"/>
                  </a:cubicBezTo>
                  <a:cubicBezTo>
                    <a:pt x="10199" y="5112"/>
                    <a:pt x="10326" y="4655"/>
                    <a:pt x="10363" y="4181"/>
                  </a:cubicBezTo>
                  <a:lnTo>
                    <a:pt x="10363" y="4035"/>
                  </a:lnTo>
                  <a:lnTo>
                    <a:pt x="10326" y="292"/>
                  </a:lnTo>
                  <a:cubicBezTo>
                    <a:pt x="10326" y="274"/>
                    <a:pt x="10326" y="274"/>
                    <a:pt x="10326" y="256"/>
                  </a:cubicBezTo>
                  <a:cubicBezTo>
                    <a:pt x="10308" y="110"/>
                    <a:pt x="10199" y="0"/>
                    <a:pt x="100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7" name="Google Shape;697;p6"/>
            <p:cNvSpPr/>
            <p:nvPr/>
          </p:nvSpPr>
          <p:spPr>
            <a:xfrm>
              <a:off x="3469320" y="2165400"/>
              <a:ext cx="233280" cy="687600"/>
            </a:xfrm>
            <a:custGeom>
              <a:rect b="b" l="l" r="r" t="t"/>
              <a:pathLst>
                <a:path extrusionOk="0" h="17199" w="5843">
                  <a:moveTo>
                    <a:pt x="2245" y="1"/>
                  </a:moveTo>
                  <a:cubicBezTo>
                    <a:pt x="1934" y="1"/>
                    <a:pt x="1616" y="42"/>
                    <a:pt x="1297" y="130"/>
                  </a:cubicBezTo>
                  <a:lnTo>
                    <a:pt x="256" y="404"/>
                  </a:lnTo>
                  <a:cubicBezTo>
                    <a:pt x="92" y="440"/>
                    <a:pt x="0" y="604"/>
                    <a:pt x="55" y="769"/>
                  </a:cubicBezTo>
                  <a:cubicBezTo>
                    <a:pt x="86" y="893"/>
                    <a:pt x="210" y="977"/>
                    <a:pt x="336" y="977"/>
                  </a:cubicBezTo>
                  <a:cubicBezTo>
                    <a:pt x="358" y="977"/>
                    <a:pt x="380" y="975"/>
                    <a:pt x="402" y="969"/>
                  </a:cubicBezTo>
                  <a:lnTo>
                    <a:pt x="1443" y="677"/>
                  </a:lnTo>
                  <a:cubicBezTo>
                    <a:pt x="1707" y="606"/>
                    <a:pt x="1970" y="573"/>
                    <a:pt x="2228" y="573"/>
                  </a:cubicBezTo>
                  <a:cubicBezTo>
                    <a:pt x="3823" y="573"/>
                    <a:pt x="5203" y="1862"/>
                    <a:pt x="5203" y="3543"/>
                  </a:cubicBezTo>
                  <a:lnTo>
                    <a:pt x="5276" y="16888"/>
                  </a:lnTo>
                  <a:cubicBezTo>
                    <a:pt x="5276" y="17052"/>
                    <a:pt x="5404" y="17180"/>
                    <a:pt x="5568" y="17180"/>
                  </a:cubicBezTo>
                  <a:lnTo>
                    <a:pt x="5568" y="17198"/>
                  </a:lnTo>
                  <a:cubicBezTo>
                    <a:pt x="5714" y="17180"/>
                    <a:pt x="5842" y="17052"/>
                    <a:pt x="5842" y="16906"/>
                  </a:cubicBezTo>
                  <a:lnTo>
                    <a:pt x="5787" y="3543"/>
                  </a:lnTo>
                  <a:cubicBezTo>
                    <a:pt x="5772" y="1536"/>
                    <a:pt x="4140" y="1"/>
                    <a:pt x="22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8" name="Google Shape;698;p6"/>
            <p:cNvSpPr/>
            <p:nvPr/>
          </p:nvSpPr>
          <p:spPr>
            <a:xfrm>
              <a:off x="3147480" y="2224080"/>
              <a:ext cx="336960" cy="687960"/>
            </a:xfrm>
            <a:custGeom>
              <a:rect b="b" l="l" r="r" t="t"/>
              <a:pathLst>
                <a:path extrusionOk="0" h="17215" w="8435">
                  <a:moveTo>
                    <a:pt x="4470" y="0"/>
                  </a:moveTo>
                  <a:cubicBezTo>
                    <a:pt x="4437" y="0"/>
                    <a:pt x="4401" y="6"/>
                    <a:pt x="4364" y="19"/>
                  </a:cubicBezTo>
                  <a:lnTo>
                    <a:pt x="3323" y="292"/>
                  </a:lnTo>
                  <a:cubicBezTo>
                    <a:pt x="1060" y="913"/>
                    <a:pt x="1" y="3487"/>
                    <a:pt x="1169" y="5513"/>
                  </a:cubicBezTo>
                  <a:lnTo>
                    <a:pt x="3597" y="9694"/>
                  </a:lnTo>
                  <a:lnTo>
                    <a:pt x="5551" y="13053"/>
                  </a:lnTo>
                  <a:lnTo>
                    <a:pt x="6226" y="14258"/>
                  </a:lnTo>
                  <a:lnTo>
                    <a:pt x="7869" y="17069"/>
                  </a:lnTo>
                  <a:cubicBezTo>
                    <a:pt x="7905" y="17160"/>
                    <a:pt x="8015" y="17215"/>
                    <a:pt x="8106" y="17215"/>
                  </a:cubicBezTo>
                  <a:cubicBezTo>
                    <a:pt x="8161" y="17215"/>
                    <a:pt x="8216" y="17197"/>
                    <a:pt x="8252" y="17178"/>
                  </a:cubicBezTo>
                  <a:cubicBezTo>
                    <a:pt x="8398" y="17087"/>
                    <a:pt x="8435" y="16923"/>
                    <a:pt x="8362" y="16777"/>
                  </a:cubicBezTo>
                  <a:lnTo>
                    <a:pt x="6883" y="14239"/>
                  </a:lnTo>
                  <a:lnTo>
                    <a:pt x="6737" y="13984"/>
                  </a:lnTo>
                  <a:lnTo>
                    <a:pt x="6025" y="12761"/>
                  </a:lnTo>
                  <a:lnTo>
                    <a:pt x="1680" y="5221"/>
                  </a:lnTo>
                  <a:cubicBezTo>
                    <a:pt x="695" y="3524"/>
                    <a:pt x="1571" y="1369"/>
                    <a:pt x="3469" y="858"/>
                  </a:cubicBezTo>
                  <a:lnTo>
                    <a:pt x="4510" y="566"/>
                  </a:lnTo>
                  <a:cubicBezTo>
                    <a:pt x="4872" y="484"/>
                    <a:pt x="4774" y="0"/>
                    <a:pt x="44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9" name="Google Shape;699;p6"/>
            <p:cNvSpPr/>
            <p:nvPr/>
          </p:nvSpPr>
          <p:spPr>
            <a:xfrm>
              <a:off x="3389760" y="2711520"/>
              <a:ext cx="320760" cy="288000"/>
            </a:xfrm>
            <a:custGeom>
              <a:rect b="b" l="l" r="r" t="t"/>
              <a:pathLst>
                <a:path extrusionOk="0" h="7213" w="8033">
                  <a:moveTo>
                    <a:pt x="7047" y="1"/>
                  </a:moveTo>
                  <a:lnTo>
                    <a:pt x="7047" y="530"/>
                  </a:lnTo>
                  <a:lnTo>
                    <a:pt x="7065" y="4601"/>
                  </a:lnTo>
                  <a:cubicBezTo>
                    <a:pt x="7065" y="5130"/>
                    <a:pt x="6719" y="5587"/>
                    <a:pt x="6207" y="5733"/>
                  </a:cubicBezTo>
                  <a:lnTo>
                    <a:pt x="5477" y="5934"/>
                  </a:lnTo>
                  <a:lnTo>
                    <a:pt x="4455" y="6207"/>
                  </a:lnTo>
                  <a:cubicBezTo>
                    <a:pt x="4349" y="6238"/>
                    <a:pt x="4242" y="6252"/>
                    <a:pt x="4137" y="6252"/>
                  </a:cubicBezTo>
                  <a:cubicBezTo>
                    <a:pt x="3736" y="6252"/>
                    <a:pt x="3361" y="6040"/>
                    <a:pt x="3159" y="5678"/>
                  </a:cubicBezTo>
                  <a:lnTo>
                    <a:pt x="1096" y="2137"/>
                  </a:lnTo>
                  <a:lnTo>
                    <a:pt x="840" y="1680"/>
                  </a:lnTo>
                  <a:lnTo>
                    <a:pt x="676" y="1771"/>
                  </a:lnTo>
                  <a:lnTo>
                    <a:pt x="512" y="1863"/>
                  </a:lnTo>
                  <a:lnTo>
                    <a:pt x="165" y="2064"/>
                  </a:lnTo>
                  <a:lnTo>
                    <a:pt x="1" y="2155"/>
                  </a:lnTo>
                  <a:lnTo>
                    <a:pt x="2319" y="6153"/>
                  </a:lnTo>
                  <a:cubicBezTo>
                    <a:pt x="2700" y="6812"/>
                    <a:pt x="3411" y="7213"/>
                    <a:pt x="4149" y="7213"/>
                  </a:cubicBezTo>
                  <a:cubicBezTo>
                    <a:pt x="4330" y="7213"/>
                    <a:pt x="4512" y="7189"/>
                    <a:pt x="4692" y="7138"/>
                  </a:cubicBezTo>
                  <a:lnTo>
                    <a:pt x="4984" y="7065"/>
                  </a:lnTo>
                  <a:lnTo>
                    <a:pt x="5349" y="6956"/>
                  </a:lnTo>
                  <a:lnTo>
                    <a:pt x="5897" y="6810"/>
                  </a:lnTo>
                  <a:lnTo>
                    <a:pt x="6463" y="6664"/>
                  </a:lnTo>
                  <a:cubicBezTo>
                    <a:pt x="7394" y="6408"/>
                    <a:pt x="8033" y="5568"/>
                    <a:pt x="8033" y="4601"/>
                  </a:cubicBezTo>
                  <a:lnTo>
                    <a:pt x="80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0" name="Google Shape;700;p6"/>
            <p:cNvSpPr/>
            <p:nvPr/>
          </p:nvSpPr>
          <p:spPr>
            <a:xfrm>
              <a:off x="2155320" y="1702080"/>
              <a:ext cx="509400" cy="339120"/>
            </a:xfrm>
            <a:custGeom>
              <a:rect b="b" l="l" r="r" t="t"/>
              <a:pathLst>
                <a:path extrusionOk="0" h="8490" w="12743">
                  <a:moveTo>
                    <a:pt x="7467" y="1"/>
                  </a:moveTo>
                  <a:cubicBezTo>
                    <a:pt x="3724" y="1"/>
                    <a:pt x="2830" y="2940"/>
                    <a:pt x="0" y="3214"/>
                  </a:cubicBezTo>
                  <a:lnTo>
                    <a:pt x="1935" y="8490"/>
                  </a:lnTo>
                  <a:lnTo>
                    <a:pt x="11373" y="8490"/>
                  </a:lnTo>
                  <a:lnTo>
                    <a:pt x="12742" y="3177"/>
                  </a:lnTo>
                  <a:cubicBezTo>
                    <a:pt x="10406" y="2392"/>
                    <a:pt x="10132" y="1"/>
                    <a:pt x="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1" name="Google Shape;701;p6"/>
            <p:cNvSpPr/>
            <p:nvPr/>
          </p:nvSpPr>
          <p:spPr>
            <a:xfrm>
              <a:off x="2453760" y="1809360"/>
              <a:ext cx="39960" cy="108360"/>
            </a:xfrm>
            <a:custGeom>
              <a:rect b="b" l="l" r="r" t="t"/>
              <a:pathLst>
                <a:path extrusionOk="0" h="2721" w="1005">
                  <a:moveTo>
                    <a:pt x="329" y="0"/>
                  </a:moveTo>
                  <a:lnTo>
                    <a:pt x="1" y="2611"/>
                  </a:lnTo>
                  <a:lnTo>
                    <a:pt x="859" y="2720"/>
                  </a:lnTo>
                  <a:lnTo>
                    <a:pt x="1005" y="7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6663"/>
            </a:solidFill>
            <a:ln>
              <a:noFill/>
            </a:ln>
          </p:spPr>
          <p:txBody>
            <a:bodyPr anchorCtr="0" anchor="ctr" bIns="54350" lIns="91425" spcFirstLastPara="1" rIns="91425" wrap="square" tIns="54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2" name="Google Shape;702;p6"/>
            <p:cNvSpPr/>
            <p:nvPr/>
          </p:nvSpPr>
          <p:spPr>
            <a:xfrm>
              <a:off x="2423160" y="1839960"/>
              <a:ext cx="108360" cy="39960"/>
            </a:xfrm>
            <a:custGeom>
              <a:rect b="b" l="l" r="r" t="t"/>
              <a:pathLst>
                <a:path extrusionOk="0" h="1005" w="2721">
                  <a:moveTo>
                    <a:pt x="92" y="0"/>
                  </a:moveTo>
                  <a:lnTo>
                    <a:pt x="1" y="858"/>
                  </a:lnTo>
                  <a:lnTo>
                    <a:pt x="2630" y="1004"/>
                  </a:lnTo>
                  <a:lnTo>
                    <a:pt x="2721" y="329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FF6663"/>
            </a:solidFill>
            <a:ln>
              <a:noFill/>
            </a:ln>
          </p:spPr>
          <p:txBody>
            <a:bodyPr anchorCtr="0" anchor="ctr" bIns="20150" lIns="91425" spcFirstLastPara="1" rIns="91425" wrap="square" tIns="20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3" name="Google Shape;703;p6"/>
            <p:cNvSpPr/>
            <p:nvPr/>
          </p:nvSpPr>
          <p:spPr>
            <a:xfrm>
              <a:off x="2832840" y="3432960"/>
              <a:ext cx="271080" cy="234720"/>
            </a:xfrm>
            <a:custGeom>
              <a:rect b="b" l="l" r="r" t="t"/>
              <a:pathLst>
                <a:path extrusionOk="0" h="5879" w="6791">
                  <a:moveTo>
                    <a:pt x="6681" y="1"/>
                  </a:moveTo>
                  <a:lnTo>
                    <a:pt x="6681" y="1"/>
                  </a:lnTo>
                  <a:cubicBezTo>
                    <a:pt x="3633" y="202"/>
                    <a:pt x="0" y="2830"/>
                    <a:pt x="0" y="2830"/>
                  </a:cubicBezTo>
                  <a:lnTo>
                    <a:pt x="1077" y="5879"/>
                  </a:lnTo>
                  <a:cubicBezTo>
                    <a:pt x="6791" y="2465"/>
                    <a:pt x="6681" y="1"/>
                    <a:pt x="6681" y="1"/>
                  </a:cubicBezTo>
                  <a:close/>
                </a:path>
              </a:pathLst>
            </a:custGeom>
            <a:solidFill>
              <a:srgbClr val="2026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4" name="Google Shape;704;p6"/>
            <p:cNvSpPr/>
            <p:nvPr/>
          </p:nvSpPr>
          <p:spPr>
            <a:xfrm>
              <a:off x="1563120" y="3445560"/>
              <a:ext cx="336240" cy="269640"/>
            </a:xfrm>
            <a:custGeom>
              <a:rect b="b" l="l" r="r" t="t"/>
              <a:pathLst>
                <a:path extrusionOk="0" h="6755" w="8417">
                  <a:moveTo>
                    <a:pt x="512" y="0"/>
                  </a:moveTo>
                  <a:cubicBezTo>
                    <a:pt x="512" y="0"/>
                    <a:pt x="0" y="3688"/>
                    <a:pt x="8270" y="6754"/>
                  </a:cubicBezTo>
                  <a:lnTo>
                    <a:pt x="8416" y="3268"/>
                  </a:lnTo>
                  <a:cubicBezTo>
                    <a:pt x="8416" y="3268"/>
                    <a:pt x="5094" y="73"/>
                    <a:pt x="512" y="0"/>
                  </a:cubicBezTo>
                  <a:close/>
                </a:path>
              </a:pathLst>
            </a:custGeom>
            <a:solidFill>
              <a:srgbClr val="2026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5" name="Google Shape;705;p6"/>
            <p:cNvSpPr/>
            <p:nvPr/>
          </p:nvSpPr>
          <p:spPr>
            <a:xfrm>
              <a:off x="1584360" y="2781720"/>
              <a:ext cx="1515240" cy="1334880"/>
            </a:xfrm>
            <a:custGeom>
              <a:rect b="b" l="l" r="r" t="t"/>
              <a:pathLst>
                <a:path extrusionOk="0" h="33386" w="37899">
                  <a:moveTo>
                    <a:pt x="16303" y="0"/>
                  </a:moveTo>
                  <a:cubicBezTo>
                    <a:pt x="16303" y="0"/>
                    <a:pt x="15591" y="146"/>
                    <a:pt x="14514" y="402"/>
                  </a:cubicBezTo>
                  <a:cubicBezTo>
                    <a:pt x="14002" y="530"/>
                    <a:pt x="13418" y="694"/>
                    <a:pt x="12779" y="858"/>
                  </a:cubicBezTo>
                  <a:cubicBezTo>
                    <a:pt x="10753" y="1424"/>
                    <a:pt x="8307" y="2209"/>
                    <a:pt x="6755" y="3140"/>
                  </a:cubicBezTo>
                  <a:cubicBezTo>
                    <a:pt x="4638" y="4418"/>
                    <a:pt x="2191" y="10460"/>
                    <a:pt x="895" y="14002"/>
                  </a:cubicBezTo>
                  <a:cubicBezTo>
                    <a:pt x="859" y="14111"/>
                    <a:pt x="841" y="14203"/>
                    <a:pt x="804" y="14294"/>
                  </a:cubicBezTo>
                  <a:cubicBezTo>
                    <a:pt x="311" y="15681"/>
                    <a:pt x="1" y="16612"/>
                    <a:pt x="1" y="16612"/>
                  </a:cubicBezTo>
                  <a:cubicBezTo>
                    <a:pt x="1" y="16612"/>
                    <a:pt x="512" y="16722"/>
                    <a:pt x="1297" y="16941"/>
                  </a:cubicBezTo>
                  <a:lnTo>
                    <a:pt x="1480" y="16996"/>
                  </a:lnTo>
                  <a:cubicBezTo>
                    <a:pt x="2593" y="17306"/>
                    <a:pt x="3707" y="17671"/>
                    <a:pt x="4784" y="18109"/>
                  </a:cubicBezTo>
                  <a:lnTo>
                    <a:pt x="4911" y="18182"/>
                  </a:lnTo>
                  <a:cubicBezTo>
                    <a:pt x="5806" y="18547"/>
                    <a:pt x="6646" y="18985"/>
                    <a:pt x="7431" y="19515"/>
                  </a:cubicBezTo>
                  <a:cubicBezTo>
                    <a:pt x="7577" y="19624"/>
                    <a:pt x="7686" y="19697"/>
                    <a:pt x="7759" y="19752"/>
                  </a:cubicBezTo>
                  <a:lnTo>
                    <a:pt x="7851" y="19825"/>
                  </a:lnTo>
                  <a:lnTo>
                    <a:pt x="7887" y="19843"/>
                  </a:lnTo>
                  <a:cubicBezTo>
                    <a:pt x="7997" y="19935"/>
                    <a:pt x="8106" y="20026"/>
                    <a:pt x="8197" y="20117"/>
                  </a:cubicBezTo>
                  <a:cubicBezTo>
                    <a:pt x="8270" y="20172"/>
                    <a:pt x="8307" y="20227"/>
                    <a:pt x="8380" y="20282"/>
                  </a:cubicBezTo>
                  <a:lnTo>
                    <a:pt x="7285" y="27219"/>
                  </a:lnTo>
                  <a:lnTo>
                    <a:pt x="6646" y="31216"/>
                  </a:lnTo>
                  <a:cubicBezTo>
                    <a:pt x="10405" y="32658"/>
                    <a:pt x="14375" y="33385"/>
                    <a:pt x="18354" y="33385"/>
                  </a:cubicBezTo>
                  <a:cubicBezTo>
                    <a:pt x="20674" y="33385"/>
                    <a:pt x="22998" y="33138"/>
                    <a:pt x="25284" y="32640"/>
                  </a:cubicBezTo>
                  <a:lnTo>
                    <a:pt x="25540" y="32567"/>
                  </a:lnTo>
                  <a:cubicBezTo>
                    <a:pt x="28570" y="31892"/>
                    <a:pt x="31491" y="30778"/>
                    <a:pt x="34193" y="29263"/>
                  </a:cubicBezTo>
                  <a:cubicBezTo>
                    <a:pt x="34047" y="28697"/>
                    <a:pt x="33901" y="28131"/>
                    <a:pt x="33754" y="27547"/>
                  </a:cubicBezTo>
                  <a:cubicBezTo>
                    <a:pt x="33280" y="25649"/>
                    <a:pt x="32750" y="23695"/>
                    <a:pt x="32294" y="22125"/>
                  </a:cubicBezTo>
                  <a:cubicBezTo>
                    <a:pt x="32039" y="21194"/>
                    <a:pt x="31728" y="20282"/>
                    <a:pt x="31363" y="19387"/>
                  </a:cubicBezTo>
                  <a:cubicBezTo>
                    <a:pt x="31363" y="19351"/>
                    <a:pt x="31345" y="19314"/>
                    <a:pt x="31327" y="19296"/>
                  </a:cubicBezTo>
                  <a:cubicBezTo>
                    <a:pt x="31308" y="19241"/>
                    <a:pt x="31272" y="19205"/>
                    <a:pt x="31254" y="19150"/>
                  </a:cubicBezTo>
                  <a:cubicBezTo>
                    <a:pt x="31235" y="19132"/>
                    <a:pt x="31235" y="19132"/>
                    <a:pt x="31217" y="19113"/>
                  </a:cubicBezTo>
                  <a:lnTo>
                    <a:pt x="31308" y="19058"/>
                  </a:lnTo>
                  <a:cubicBezTo>
                    <a:pt x="31345" y="19040"/>
                    <a:pt x="31436" y="19004"/>
                    <a:pt x="31473" y="18967"/>
                  </a:cubicBezTo>
                  <a:cubicBezTo>
                    <a:pt x="31509" y="18949"/>
                    <a:pt x="31546" y="18931"/>
                    <a:pt x="31582" y="18912"/>
                  </a:cubicBezTo>
                  <a:cubicBezTo>
                    <a:pt x="32896" y="18219"/>
                    <a:pt x="34229" y="17598"/>
                    <a:pt x="35616" y="17050"/>
                  </a:cubicBezTo>
                  <a:lnTo>
                    <a:pt x="35653" y="17032"/>
                  </a:lnTo>
                  <a:cubicBezTo>
                    <a:pt x="35909" y="16941"/>
                    <a:pt x="36164" y="16850"/>
                    <a:pt x="36420" y="16758"/>
                  </a:cubicBezTo>
                  <a:lnTo>
                    <a:pt x="36493" y="16722"/>
                  </a:lnTo>
                  <a:lnTo>
                    <a:pt x="36621" y="16685"/>
                  </a:lnTo>
                  <a:cubicBezTo>
                    <a:pt x="37040" y="16539"/>
                    <a:pt x="37479" y="16411"/>
                    <a:pt x="37898" y="16284"/>
                  </a:cubicBezTo>
                  <a:cubicBezTo>
                    <a:pt x="37898" y="16284"/>
                    <a:pt x="37570" y="15426"/>
                    <a:pt x="37077" y="14148"/>
                  </a:cubicBezTo>
                  <a:lnTo>
                    <a:pt x="36967" y="13892"/>
                  </a:lnTo>
                  <a:cubicBezTo>
                    <a:pt x="35397" y="10095"/>
                    <a:pt x="32239" y="3067"/>
                    <a:pt x="30396" y="2538"/>
                  </a:cubicBezTo>
                  <a:cubicBezTo>
                    <a:pt x="29465" y="2264"/>
                    <a:pt x="28497" y="2026"/>
                    <a:pt x="27603" y="1807"/>
                  </a:cubicBezTo>
                  <a:cubicBezTo>
                    <a:pt x="27128" y="1680"/>
                    <a:pt x="26672" y="1588"/>
                    <a:pt x="26233" y="1479"/>
                  </a:cubicBezTo>
                  <a:lnTo>
                    <a:pt x="25229" y="1260"/>
                  </a:lnTo>
                  <a:cubicBezTo>
                    <a:pt x="23933" y="986"/>
                    <a:pt x="23057" y="822"/>
                    <a:pt x="23057" y="822"/>
                  </a:cubicBezTo>
                  <a:lnTo>
                    <a:pt x="21158" y="584"/>
                  </a:lnTo>
                  <a:lnTo>
                    <a:pt x="163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6" name="Google Shape;706;p6"/>
            <p:cNvSpPr/>
            <p:nvPr/>
          </p:nvSpPr>
          <p:spPr>
            <a:xfrm>
              <a:off x="2710800" y="3052440"/>
              <a:ext cx="133200" cy="488520"/>
            </a:xfrm>
            <a:custGeom>
              <a:rect b="b" l="l" r="r" t="t"/>
              <a:pathLst>
                <a:path extrusionOk="0" h="12225" w="3342">
                  <a:moveTo>
                    <a:pt x="379" y="0"/>
                  </a:moveTo>
                  <a:cubicBezTo>
                    <a:pt x="367" y="0"/>
                    <a:pt x="354" y="6"/>
                    <a:pt x="347" y="20"/>
                  </a:cubicBezTo>
                  <a:cubicBezTo>
                    <a:pt x="92" y="367"/>
                    <a:pt x="92" y="988"/>
                    <a:pt x="55" y="1444"/>
                  </a:cubicBezTo>
                  <a:cubicBezTo>
                    <a:pt x="0" y="1992"/>
                    <a:pt x="0" y="2539"/>
                    <a:pt x="37" y="3087"/>
                  </a:cubicBezTo>
                  <a:cubicBezTo>
                    <a:pt x="146" y="4054"/>
                    <a:pt x="457" y="4985"/>
                    <a:pt x="968" y="5825"/>
                  </a:cubicBezTo>
                  <a:cubicBezTo>
                    <a:pt x="1461" y="6647"/>
                    <a:pt x="2063" y="7377"/>
                    <a:pt x="2465" y="8253"/>
                  </a:cubicBezTo>
                  <a:cubicBezTo>
                    <a:pt x="3031" y="9476"/>
                    <a:pt x="2921" y="10718"/>
                    <a:pt x="2720" y="12014"/>
                  </a:cubicBezTo>
                  <a:cubicBezTo>
                    <a:pt x="2710" y="12149"/>
                    <a:pt x="2800" y="12225"/>
                    <a:pt x="2886" y="12225"/>
                  </a:cubicBezTo>
                  <a:cubicBezTo>
                    <a:pt x="2952" y="12225"/>
                    <a:pt x="3015" y="12181"/>
                    <a:pt x="3031" y="12087"/>
                  </a:cubicBezTo>
                  <a:cubicBezTo>
                    <a:pt x="3195" y="11010"/>
                    <a:pt x="3341" y="9878"/>
                    <a:pt x="3013" y="8801"/>
                  </a:cubicBezTo>
                  <a:cubicBezTo>
                    <a:pt x="2720" y="7906"/>
                    <a:pt x="2191" y="7140"/>
                    <a:pt x="1698" y="6391"/>
                  </a:cubicBezTo>
                  <a:cubicBezTo>
                    <a:pt x="1114" y="5515"/>
                    <a:pt x="585" y="4639"/>
                    <a:pt x="384" y="3562"/>
                  </a:cubicBezTo>
                  <a:cubicBezTo>
                    <a:pt x="256" y="2886"/>
                    <a:pt x="238" y="2192"/>
                    <a:pt x="311" y="1499"/>
                  </a:cubicBezTo>
                  <a:cubicBezTo>
                    <a:pt x="347" y="1042"/>
                    <a:pt x="530" y="476"/>
                    <a:pt x="420" y="38"/>
                  </a:cubicBezTo>
                  <a:cubicBezTo>
                    <a:pt x="420" y="16"/>
                    <a:pt x="399" y="0"/>
                    <a:pt x="3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7" name="Google Shape;707;p6"/>
            <p:cNvSpPr/>
            <p:nvPr/>
          </p:nvSpPr>
          <p:spPr>
            <a:xfrm>
              <a:off x="2818440" y="3325680"/>
              <a:ext cx="239760" cy="80640"/>
            </a:xfrm>
            <a:custGeom>
              <a:rect b="b" l="l" r="r" t="t"/>
              <a:pathLst>
                <a:path extrusionOk="0" h="2029" w="6002">
                  <a:moveTo>
                    <a:pt x="5874" y="0"/>
                  </a:moveTo>
                  <a:cubicBezTo>
                    <a:pt x="4852" y="110"/>
                    <a:pt x="3866" y="311"/>
                    <a:pt x="2898" y="621"/>
                  </a:cubicBezTo>
                  <a:cubicBezTo>
                    <a:pt x="1894" y="895"/>
                    <a:pt x="945" y="1315"/>
                    <a:pt x="69" y="1862"/>
                  </a:cubicBezTo>
                  <a:cubicBezTo>
                    <a:pt x="1" y="1913"/>
                    <a:pt x="44" y="2028"/>
                    <a:pt x="110" y="2028"/>
                  </a:cubicBezTo>
                  <a:cubicBezTo>
                    <a:pt x="114" y="2028"/>
                    <a:pt x="119" y="2028"/>
                    <a:pt x="124" y="2027"/>
                  </a:cubicBezTo>
                  <a:cubicBezTo>
                    <a:pt x="1036" y="1643"/>
                    <a:pt x="1949" y="1187"/>
                    <a:pt x="2880" y="895"/>
                  </a:cubicBezTo>
                  <a:cubicBezTo>
                    <a:pt x="3848" y="603"/>
                    <a:pt x="4852" y="384"/>
                    <a:pt x="5874" y="274"/>
                  </a:cubicBezTo>
                  <a:cubicBezTo>
                    <a:pt x="6002" y="274"/>
                    <a:pt x="6002" y="0"/>
                    <a:pt x="58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0300" lIns="91425" spcFirstLastPara="1" rIns="91425" wrap="square" tIns="40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8" name="Google Shape;708;p6"/>
            <p:cNvSpPr/>
            <p:nvPr/>
          </p:nvSpPr>
          <p:spPr>
            <a:xfrm>
              <a:off x="2516040" y="3341880"/>
              <a:ext cx="91800" cy="745200"/>
            </a:xfrm>
            <a:custGeom>
              <a:rect b="b" l="l" r="r" t="t"/>
              <a:pathLst>
                <a:path extrusionOk="0" h="18640" w="2301">
                  <a:moveTo>
                    <a:pt x="92" y="1"/>
                  </a:moveTo>
                  <a:cubicBezTo>
                    <a:pt x="37" y="19"/>
                    <a:pt x="0" y="74"/>
                    <a:pt x="19" y="129"/>
                  </a:cubicBezTo>
                  <a:cubicBezTo>
                    <a:pt x="329" y="1699"/>
                    <a:pt x="658" y="3250"/>
                    <a:pt x="931" y="4820"/>
                  </a:cubicBezTo>
                  <a:cubicBezTo>
                    <a:pt x="1223" y="6463"/>
                    <a:pt x="1461" y="8106"/>
                    <a:pt x="1643" y="9786"/>
                  </a:cubicBezTo>
                  <a:cubicBezTo>
                    <a:pt x="1662" y="9859"/>
                    <a:pt x="1662" y="9913"/>
                    <a:pt x="1662" y="9986"/>
                  </a:cubicBezTo>
                  <a:cubicBezTo>
                    <a:pt x="1698" y="10351"/>
                    <a:pt x="1735" y="10698"/>
                    <a:pt x="1771" y="11063"/>
                  </a:cubicBezTo>
                  <a:lnTo>
                    <a:pt x="1771" y="11191"/>
                  </a:lnTo>
                  <a:cubicBezTo>
                    <a:pt x="1972" y="13656"/>
                    <a:pt x="2045" y="16157"/>
                    <a:pt x="1990" y="18639"/>
                  </a:cubicBezTo>
                  <a:lnTo>
                    <a:pt x="2246" y="18566"/>
                  </a:lnTo>
                  <a:cubicBezTo>
                    <a:pt x="2300" y="16102"/>
                    <a:pt x="2227" y="13619"/>
                    <a:pt x="2027" y="11155"/>
                  </a:cubicBezTo>
                  <a:cubicBezTo>
                    <a:pt x="1990" y="10735"/>
                    <a:pt x="1954" y="10333"/>
                    <a:pt x="1917" y="9932"/>
                  </a:cubicBezTo>
                  <a:cubicBezTo>
                    <a:pt x="1917" y="9895"/>
                    <a:pt x="1899" y="9859"/>
                    <a:pt x="1899" y="9822"/>
                  </a:cubicBezTo>
                  <a:cubicBezTo>
                    <a:pt x="1735" y="8197"/>
                    <a:pt x="1515" y="6591"/>
                    <a:pt x="1242" y="4966"/>
                  </a:cubicBezTo>
                  <a:cubicBezTo>
                    <a:pt x="1223" y="4930"/>
                    <a:pt x="1223" y="4875"/>
                    <a:pt x="1223" y="4838"/>
                  </a:cubicBezTo>
                  <a:cubicBezTo>
                    <a:pt x="950" y="3232"/>
                    <a:pt x="639" y="1626"/>
                    <a:pt x="201" y="74"/>
                  </a:cubicBezTo>
                  <a:cubicBezTo>
                    <a:pt x="201" y="37"/>
                    <a:pt x="183" y="19"/>
                    <a:pt x="1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9" name="Google Shape;709;p6"/>
            <p:cNvSpPr/>
            <p:nvPr/>
          </p:nvSpPr>
          <p:spPr>
            <a:xfrm>
              <a:off x="2631240" y="3219120"/>
              <a:ext cx="200520" cy="242640"/>
            </a:xfrm>
            <a:custGeom>
              <a:rect b="b" l="l" r="r" t="t"/>
              <a:pathLst>
                <a:path extrusionOk="0" fill="none" h="6080" w="5021">
                  <a:moveTo>
                    <a:pt x="1" y="5295"/>
                  </a:moveTo>
                  <a:cubicBezTo>
                    <a:pt x="1" y="5295"/>
                    <a:pt x="1461" y="6080"/>
                    <a:pt x="2118" y="5496"/>
                  </a:cubicBezTo>
                  <a:cubicBezTo>
                    <a:pt x="2794" y="4912"/>
                    <a:pt x="5021" y="1"/>
                    <a:pt x="5021" y="1"/>
                  </a:cubicBezTo>
                </a:path>
              </a:pathLst>
            </a:custGeom>
            <a:noFill/>
            <a:ln cap="flat" cmpd="sng" w="9525">
              <a:solidFill>
                <a:srgbClr val="E6EE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0" name="Google Shape;710;p6"/>
            <p:cNvSpPr/>
            <p:nvPr/>
          </p:nvSpPr>
          <p:spPr>
            <a:xfrm>
              <a:off x="2638440" y="3219120"/>
              <a:ext cx="200520" cy="243720"/>
            </a:xfrm>
            <a:custGeom>
              <a:rect b="b" l="l" r="r" t="t"/>
              <a:pathLst>
                <a:path extrusionOk="0" fill="none" h="6099" w="5021">
                  <a:moveTo>
                    <a:pt x="5020" y="5295"/>
                  </a:moveTo>
                  <a:cubicBezTo>
                    <a:pt x="5020" y="5295"/>
                    <a:pt x="3560" y="6098"/>
                    <a:pt x="2903" y="5514"/>
                  </a:cubicBezTo>
                  <a:cubicBezTo>
                    <a:pt x="2227" y="4930"/>
                    <a:pt x="0" y="1"/>
                    <a:pt x="0" y="1"/>
                  </a:cubicBezTo>
                </a:path>
              </a:pathLst>
            </a:custGeom>
            <a:noFill/>
            <a:ln cap="flat" cmpd="sng" w="9525">
              <a:solidFill>
                <a:srgbClr val="E6EE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1" name="Google Shape;711;p6"/>
            <p:cNvSpPr/>
            <p:nvPr/>
          </p:nvSpPr>
          <p:spPr>
            <a:xfrm>
              <a:off x="2558160" y="2986920"/>
              <a:ext cx="343440" cy="231840"/>
            </a:xfrm>
            <a:custGeom>
              <a:rect b="b" l="l" r="r" t="t"/>
              <a:pathLst>
                <a:path extrusionOk="0" fill="none" h="5806" w="8599">
                  <a:moveTo>
                    <a:pt x="2008" y="5806"/>
                  </a:moveTo>
                  <a:cubicBezTo>
                    <a:pt x="2008" y="5806"/>
                    <a:pt x="0" y="1"/>
                    <a:pt x="4290" y="1"/>
                  </a:cubicBezTo>
                  <a:cubicBezTo>
                    <a:pt x="8598" y="1"/>
                    <a:pt x="6846" y="5806"/>
                    <a:pt x="6846" y="5806"/>
                  </a:cubicBezTo>
                </a:path>
              </a:pathLst>
            </a:custGeom>
            <a:noFill/>
            <a:ln cap="flat" cmpd="sng" w="11400">
              <a:solidFill>
                <a:srgbClr val="2F4A8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2" name="Google Shape;712;p6"/>
            <p:cNvSpPr/>
            <p:nvPr/>
          </p:nvSpPr>
          <p:spPr>
            <a:xfrm>
              <a:off x="2482920" y="2733480"/>
              <a:ext cx="260280" cy="253080"/>
            </a:xfrm>
            <a:custGeom>
              <a:rect b="b" l="l" r="r" t="t"/>
              <a:pathLst>
                <a:path extrusionOk="0" fill="none" h="6335" w="6518">
                  <a:moveTo>
                    <a:pt x="6518" y="6335"/>
                  </a:moveTo>
                  <a:cubicBezTo>
                    <a:pt x="6518" y="6335"/>
                    <a:pt x="5605" y="0"/>
                    <a:pt x="1" y="1479"/>
                  </a:cubicBezTo>
                </a:path>
              </a:pathLst>
            </a:custGeom>
            <a:noFill/>
            <a:ln cap="flat" cmpd="sng" w="11400">
              <a:solidFill>
                <a:srgbClr val="2F4A8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3" name="Google Shape;713;p6"/>
            <p:cNvSpPr/>
            <p:nvPr/>
          </p:nvSpPr>
          <p:spPr>
            <a:xfrm>
              <a:off x="1985040" y="2845440"/>
              <a:ext cx="241920" cy="491760"/>
            </a:xfrm>
            <a:custGeom>
              <a:rect b="b" l="l" r="r" t="t"/>
              <a:pathLst>
                <a:path extrusionOk="0" fill="none" h="12305" w="6062">
                  <a:moveTo>
                    <a:pt x="5843" y="12304"/>
                  </a:moveTo>
                  <a:cubicBezTo>
                    <a:pt x="5843" y="12304"/>
                    <a:pt x="1" y="3597"/>
                    <a:pt x="6062" y="0"/>
                  </a:cubicBezTo>
                </a:path>
              </a:pathLst>
            </a:custGeom>
            <a:noFill/>
            <a:ln cap="flat" cmpd="sng" w="11400">
              <a:solidFill>
                <a:srgbClr val="2F4A8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4" name="Google Shape;714;p6"/>
            <p:cNvSpPr/>
            <p:nvPr/>
          </p:nvSpPr>
          <p:spPr>
            <a:xfrm>
              <a:off x="2134080" y="3264120"/>
              <a:ext cx="171720" cy="142920"/>
            </a:xfrm>
            <a:custGeom>
              <a:rect b="b" l="l" r="r" t="t"/>
              <a:pathLst>
                <a:path extrusionOk="0" h="3580" w="4301">
                  <a:moveTo>
                    <a:pt x="2283" y="0"/>
                  </a:moveTo>
                  <a:cubicBezTo>
                    <a:pt x="2150" y="0"/>
                    <a:pt x="2016" y="15"/>
                    <a:pt x="1881" y="46"/>
                  </a:cubicBezTo>
                  <a:cubicBezTo>
                    <a:pt x="330" y="430"/>
                    <a:pt x="1" y="2474"/>
                    <a:pt x="1352" y="3314"/>
                  </a:cubicBezTo>
                  <a:cubicBezTo>
                    <a:pt x="1654" y="3497"/>
                    <a:pt x="1972" y="3580"/>
                    <a:pt x="2280" y="3580"/>
                  </a:cubicBezTo>
                  <a:cubicBezTo>
                    <a:pt x="3351" y="3580"/>
                    <a:pt x="4301" y="2584"/>
                    <a:pt x="4017" y="1379"/>
                  </a:cubicBezTo>
                  <a:cubicBezTo>
                    <a:pt x="3829" y="548"/>
                    <a:pt x="3089" y="0"/>
                    <a:pt x="22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71625" lIns="91425" spcFirstLastPara="1" rIns="91425" wrap="square" tIns="71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5" name="Google Shape;715;p6"/>
            <p:cNvSpPr/>
            <p:nvPr/>
          </p:nvSpPr>
          <p:spPr>
            <a:xfrm>
              <a:off x="2179440" y="3298320"/>
              <a:ext cx="87120" cy="73080"/>
            </a:xfrm>
            <a:custGeom>
              <a:rect b="b" l="l" r="r" t="t"/>
              <a:pathLst>
                <a:path extrusionOk="0" h="1836" w="2187">
                  <a:moveTo>
                    <a:pt x="1174" y="0"/>
                  </a:moveTo>
                  <a:cubicBezTo>
                    <a:pt x="1100" y="0"/>
                    <a:pt x="1025" y="10"/>
                    <a:pt x="950" y="29"/>
                  </a:cubicBezTo>
                  <a:cubicBezTo>
                    <a:pt x="165" y="230"/>
                    <a:pt x="1" y="1270"/>
                    <a:pt x="676" y="1690"/>
                  </a:cubicBezTo>
                  <a:cubicBezTo>
                    <a:pt x="835" y="1791"/>
                    <a:pt x="1003" y="1835"/>
                    <a:pt x="1164" y="1835"/>
                  </a:cubicBezTo>
                  <a:cubicBezTo>
                    <a:pt x="1708" y="1835"/>
                    <a:pt x="2186" y="1328"/>
                    <a:pt x="2045" y="723"/>
                  </a:cubicBezTo>
                  <a:cubicBezTo>
                    <a:pt x="1952" y="289"/>
                    <a:pt x="1584" y="0"/>
                    <a:pt x="11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6700" lIns="91425" spcFirstLastPara="1" rIns="91425" wrap="square" tIns="3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6" name="Google Shape;716;p6"/>
            <p:cNvSpPr/>
            <p:nvPr/>
          </p:nvSpPr>
          <p:spPr>
            <a:xfrm>
              <a:off x="2087280" y="2671560"/>
              <a:ext cx="433440" cy="672120"/>
            </a:xfrm>
            <a:custGeom>
              <a:rect b="b" l="l" r="r" t="t"/>
              <a:pathLst>
                <a:path extrusionOk="0" h="16814" w="10845">
                  <a:moveTo>
                    <a:pt x="7996" y="1"/>
                  </a:moveTo>
                  <a:lnTo>
                    <a:pt x="1" y="3232"/>
                  </a:lnTo>
                  <a:cubicBezTo>
                    <a:pt x="1" y="3232"/>
                    <a:pt x="2830" y="9073"/>
                    <a:pt x="3159" y="9439"/>
                  </a:cubicBezTo>
                  <a:cubicBezTo>
                    <a:pt x="3256" y="9553"/>
                    <a:pt x="3415" y="9592"/>
                    <a:pt x="3588" y="9592"/>
                  </a:cubicBezTo>
                  <a:cubicBezTo>
                    <a:pt x="3970" y="9592"/>
                    <a:pt x="4418" y="9402"/>
                    <a:pt x="4418" y="9402"/>
                  </a:cubicBezTo>
                  <a:lnTo>
                    <a:pt x="4418" y="9402"/>
                  </a:lnTo>
                  <a:cubicBezTo>
                    <a:pt x="4418" y="9402"/>
                    <a:pt x="4108" y="10516"/>
                    <a:pt x="4564" y="11155"/>
                  </a:cubicBezTo>
                  <a:cubicBezTo>
                    <a:pt x="5021" y="11812"/>
                    <a:pt x="10844" y="16814"/>
                    <a:pt x="10844" y="16814"/>
                  </a:cubicBezTo>
                  <a:lnTo>
                    <a:pt x="799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7" name="Google Shape;717;p6"/>
            <p:cNvSpPr/>
            <p:nvPr/>
          </p:nvSpPr>
          <p:spPr>
            <a:xfrm>
              <a:off x="2414520" y="2711520"/>
              <a:ext cx="218880" cy="631080"/>
            </a:xfrm>
            <a:custGeom>
              <a:rect b="b" l="l" r="r" t="t"/>
              <a:pathLst>
                <a:path extrusionOk="0" h="15792" w="5478">
                  <a:moveTo>
                    <a:pt x="1" y="1"/>
                  </a:moveTo>
                  <a:lnTo>
                    <a:pt x="2648" y="15791"/>
                  </a:lnTo>
                  <a:cubicBezTo>
                    <a:pt x="2648" y="15791"/>
                    <a:pt x="4601" y="10023"/>
                    <a:pt x="4747" y="9311"/>
                  </a:cubicBezTo>
                  <a:cubicBezTo>
                    <a:pt x="4911" y="8599"/>
                    <a:pt x="4455" y="7704"/>
                    <a:pt x="4455" y="7704"/>
                  </a:cubicBezTo>
                  <a:lnTo>
                    <a:pt x="4455" y="7704"/>
                  </a:lnTo>
                  <a:cubicBezTo>
                    <a:pt x="4455" y="7704"/>
                    <a:pt x="4546" y="7718"/>
                    <a:pt x="4669" y="7718"/>
                  </a:cubicBezTo>
                  <a:cubicBezTo>
                    <a:pt x="4896" y="7718"/>
                    <a:pt x="5230" y="7672"/>
                    <a:pt x="5313" y="7412"/>
                  </a:cubicBezTo>
                  <a:cubicBezTo>
                    <a:pt x="5441" y="7029"/>
                    <a:pt x="5477" y="1370"/>
                    <a:pt x="5477" y="137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8" name="Google Shape;718;p6"/>
            <p:cNvSpPr/>
            <p:nvPr/>
          </p:nvSpPr>
          <p:spPr>
            <a:xfrm>
              <a:off x="2134800" y="2656080"/>
              <a:ext cx="460440" cy="471960"/>
            </a:xfrm>
            <a:custGeom>
              <a:rect b="b" l="l" r="r" t="t"/>
              <a:pathLst>
                <a:path extrusionOk="0" h="11812" w="11520">
                  <a:moveTo>
                    <a:pt x="2446" y="0"/>
                  </a:moveTo>
                  <a:cubicBezTo>
                    <a:pt x="2446" y="0"/>
                    <a:pt x="493" y="1497"/>
                    <a:pt x="237" y="2227"/>
                  </a:cubicBezTo>
                  <a:cubicBezTo>
                    <a:pt x="0" y="2976"/>
                    <a:pt x="5696" y="11811"/>
                    <a:pt x="5696" y="11811"/>
                  </a:cubicBezTo>
                  <a:lnTo>
                    <a:pt x="8398" y="10716"/>
                  </a:lnTo>
                  <a:lnTo>
                    <a:pt x="11519" y="11300"/>
                  </a:lnTo>
                  <a:cubicBezTo>
                    <a:pt x="11519" y="11300"/>
                    <a:pt x="11483" y="1534"/>
                    <a:pt x="11282" y="1388"/>
                  </a:cubicBezTo>
                  <a:cubicBezTo>
                    <a:pt x="10679" y="950"/>
                    <a:pt x="10040" y="621"/>
                    <a:pt x="9347" y="384"/>
                  </a:cubicBezTo>
                  <a:lnTo>
                    <a:pt x="24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9" name="Google Shape;719;p6"/>
            <p:cNvSpPr/>
            <p:nvPr/>
          </p:nvSpPr>
          <p:spPr>
            <a:xfrm>
              <a:off x="2389680" y="3052440"/>
              <a:ext cx="151560" cy="290160"/>
            </a:xfrm>
            <a:custGeom>
              <a:rect b="b" l="l" r="r" t="t"/>
              <a:pathLst>
                <a:path extrusionOk="0" h="7267" w="3798">
                  <a:moveTo>
                    <a:pt x="1534" y="1"/>
                  </a:moveTo>
                  <a:lnTo>
                    <a:pt x="0" y="1078"/>
                  </a:lnTo>
                  <a:lnTo>
                    <a:pt x="3286" y="7266"/>
                  </a:lnTo>
                  <a:lnTo>
                    <a:pt x="3797" y="841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0" name="Google Shape;720;p6"/>
            <p:cNvSpPr/>
            <p:nvPr/>
          </p:nvSpPr>
          <p:spPr>
            <a:xfrm>
              <a:off x="2400120" y="3084120"/>
              <a:ext cx="141480" cy="31680"/>
            </a:xfrm>
            <a:custGeom>
              <a:rect b="b" l="l" r="r" t="t"/>
              <a:pathLst>
                <a:path extrusionOk="0" h="802" w="3550">
                  <a:moveTo>
                    <a:pt x="1789" y="0"/>
                  </a:moveTo>
                  <a:cubicBezTo>
                    <a:pt x="1767" y="0"/>
                    <a:pt x="1748" y="5"/>
                    <a:pt x="1712" y="14"/>
                  </a:cubicBezTo>
                  <a:cubicBezTo>
                    <a:pt x="1146" y="251"/>
                    <a:pt x="562" y="343"/>
                    <a:pt x="51" y="708"/>
                  </a:cubicBezTo>
                  <a:cubicBezTo>
                    <a:pt x="1" y="724"/>
                    <a:pt x="26" y="801"/>
                    <a:pt x="73" y="801"/>
                  </a:cubicBezTo>
                  <a:cubicBezTo>
                    <a:pt x="77" y="801"/>
                    <a:pt x="82" y="801"/>
                    <a:pt x="87" y="799"/>
                  </a:cubicBezTo>
                  <a:cubicBezTo>
                    <a:pt x="671" y="689"/>
                    <a:pt x="1255" y="379"/>
                    <a:pt x="1803" y="160"/>
                  </a:cubicBezTo>
                  <a:cubicBezTo>
                    <a:pt x="2314" y="324"/>
                    <a:pt x="2880" y="343"/>
                    <a:pt x="3409" y="452"/>
                  </a:cubicBezTo>
                  <a:cubicBezTo>
                    <a:pt x="3415" y="453"/>
                    <a:pt x="3421" y="454"/>
                    <a:pt x="3426" y="454"/>
                  </a:cubicBezTo>
                  <a:cubicBezTo>
                    <a:pt x="3522" y="454"/>
                    <a:pt x="3550" y="305"/>
                    <a:pt x="3446" y="288"/>
                  </a:cubicBezTo>
                  <a:cubicBezTo>
                    <a:pt x="2971" y="178"/>
                    <a:pt x="2405" y="142"/>
                    <a:pt x="1894" y="14"/>
                  </a:cubicBezTo>
                  <a:cubicBezTo>
                    <a:pt x="1840" y="5"/>
                    <a:pt x="1812" y="0"/>
                    <a:pt x="1789" y="0"/>
                  </a:cubicBezTo>
                  <a:close/>
                </a:path>
              </a:pathLst>
            </a:custGeom>
            <a:solidFill>
              <a:srgbClr val="000840"/>
            </a:solidFill>
            <a:ln>
              <a:noFill/>
            </a:ln>
          </p:spPr>
          <p:txBody>
            <a:bodyPr anchorCtr="0" anchor="ctr" bIns="15825" lIns="91425" spcFirstLastPara="1" rIns="91425" wrap="square" tIns="15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1" name="Google Shape;721;p6"/>
            <p:cNvSpPr/>
            <p:nvPr/>
          </p:nvSpPr>
          <p:spPr>
            <a:xfrm>
              <a:off x="2235600" y="2334240"/>
              <a:ext cx="269640" cy="491040"/>
            </a:xfrm>
            <a:custGeom>
              <a:rect b="b" l="l" r="r" t="t"/>
              <a:pathLst>
                <a:path extrusionOk="0" h="12284" w="6755">
                  <a:moveTo>
                    <a:pt x="0" y="1"/>
                  </a:moveTo>
                  <a:lnTo>
                    <a:pt x="0" y="11173"/>
                  </a:lnTo>
                  <a:cubicBezTo>
                    <a:pt x="0" y="11173"/>
                    <a:pt x="1672" y="12283"/>
                    <a:pt x="4397" y="12283"/>
                  </a:cubicBezTo>
                  <a:cubicBezTo>
                    <a:pt x="5114" y="12283"/>
                    <a:pt x="5904" y="12206"/>
                    <a:pt x="6755" y="12013"/>
                  </a:cubicBezTo>
                  <a:lnTo>
                    <a:pt x="6554" y="1"/>
                  </a:ln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2" name="Google Shape;722;p6"/>
            <p:cNvSpPr/>
            <p:nvPr/>
          </p:nvSpPr>
          <p:spPr>
            <a:xfrm>
              <a:off x="2309400" y="2530080"/>
              <a:ext cx="196200" cy="284400"/>
            </a:xfrm>
            <a:custGeom>
              <a:rect b="b" l="l" r="r" t="t"/>
              <a:pathLst>
                <a:path extrusionOk="0" h="7120" w="4911">
                  <a:moveTo>
                    <a:pt x="0" y="0"/>
                  </a:moveTo>
                  <a:cubicBezTo>
                    <a:pt x="0" y="0"/>
                    <a:pt x="347" y="6554"/>
                    <a:pt x="4911" y="7120"/>
                  </a:cubicBezTo>
                  <a:lnTo>
                    <a:pt x="4801" y="0"/>
                  </a:lnTo>
                  <a:close/>
                </a:path>
              </a:pathLst>
            </a:custGeom>
            <a:solidFill>
              <a:srgbClr val="2026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3" name="Google Shape;723;p6"/>
            <p:cNvSpPr/>
            <p:nvPr/>
          </p:nvSpPr>
          <p:spPr>
            <a:xfrm>
              <a:off x="2235600" y="2781000"/>
              <a:ext cx="360" cy="360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</a:path>
              </a:pathLst>
            </a:custGeom>
            <a:solidFill>
              <a:srgbClr val="FF9D83"/>
            </a:solidFill>
            <a:ln>
              <a:noFill/>
            </a:ln>
          </p:spPr>
          <p:txBody>
            <a:bodyPr anchorCtr="0" anchor="ctr" bIns="350" lIns="91425" spcFirstLastPara="1" rIns="91425" wrap="square" tIns="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4" name="Google Shape;724;p6"/>
            <p:cNvSpPr/>
            <p:nvPr/>
          </p:nvSpPr>
          <p:spPr>
            <a:xfrm>
              <a:off x="2235600" y="2781000"/>
              <a:ext cx="269640" cy="302760"/>
            </a:xfrm>
            <a:custGeom>
              <a:rect b="b" l="l" r="r" t="t"/>
              <a:pathLst>
                <a:path extrusionOk="0" h="7577" w="6755">
                  <a:moveTo>
                    <a:pt x="0" y="1"/>
                  </a:moveTo>
                  <a:cubicBezTo>
                    <a:pt x="0" y="1"/>
                    <a:pt x="3086" y="6226"/>
                    <a:pt x="5897" y="7577"/>
                  </a:cubicBezTo>
                  <a:cubicBezTo>
                    <a:pt x="6317" y="5350"/>
                    <a:pt x="6609" y="3104"/>
                    <a:pt x="6755" y="84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5" name="Google Shape;725;p6"/>
            <p:cNvSpPr/>
            <p:nvPr/>
          </p:nvSpPr>
          <p:spPr>
            <a:xfrm>
              <a:off x="2217960" y="2151720"/>
              <a:ext cx="417960" cy="489960"/>
            </a:xfrm>
            <a:custGeom>
              <a:rect b="b" l="l" r="r" t="t"/>
              <a:pathLst>
                <a:path extrusionOk="0" h="12259" w="10461">
                  <a:moveTo>
                    <a:pt x="7366" y="0"/>
                  </a:moveTo>
                  <a:cubicBezTo>
                    <a:pt x="5488" y="0"/>
                    <a:pt x="2661" y="205"/>
                    <a:pt x="1954" y="531"/>
                  </a:cubicBezTo>
                  <a:cubicBezTo>
                    <a:pt x="1205" y="897"/>
                    <a:pt x="0" y="2722"/>
                    <a:pt x="55" y="5186"/>
                  </a:cubicBezTo>
                  <a:cubicBezTo>
                    <a:pt x="92" y="6592"/>
                    <a:pt x="730" y="8253"/>
                    <a:pt x="2027" y="9641"/>
                  </a:cubicBezTo>
                  <a:cubicBezTo>
                    <a:pt x="2027" y="9641"/>
                    <a:pt x="3841" y="12258"/>
                    <a:pt x="7026" y="12258"/>
                  </a:cubicBezTo>
                  <a:cubicBezTo>
                    <a:pt x="7370" y="12258"/>
                    <a:pt x="7730" y="12228"/>
                    <a:pt x="8106" y="12160"/>
                  </a:cubicBezTo>
                  <a:cubicBezTo>
                    <a:pt x="9292" y="11959"/>
                    <a:pt x="9986" y="9842"/>
                    <a:pt x="10223" y="7432"/>
                  </a:cubicBezTo>
                  <a:cubicBezTo>
                    <a:pt x="10260" y="7140"/>
                    <a:pt x="10278" y="6829"/>
                    <a:pt x="10296" y="6519"/>
                  </a:cubicBezTo>
                  <a:cubicBezTo>
                    <a:pt x="10460" y="3452"/>
                    <a:pt x="9931" y="239"/>
                    <a:pt x="8836" y="75"/>
                  </a:cubicBezTo>
                  <a:cubicBezTo>
                    <a:pt x="8538" y="24"/>
                    <a:pt x="8008" y="0"/>
                    <a:pt x="7366" y="0"/>
                  </a:cubicBez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6" name="Google Shape;726;p6"/>
            <p:cNvSpPr/>
            <p:nvPr/>
          </p:nvSpPr>
          <p:spPr>
            <a:xfrm>
              <a:off x="1834560" y="1956240"/>
              <a:ext cx="856800" cy="700200"/>
            </a:xfrm>
            <a:custGeom>
              <a:rect b="b" l="l" r="r" t="t"/>
              <a:pathLst>
                <a:path extrusionOk="0" h="17515" w="21432">
                  <a:moveTo>
                    <a:pt x="12960" y="0"/>
                  </a:moveTo>
                  <a:cubicBezTo>
                    <a:pt x="10956" y="0"/>
                    <a:pt x="8875" y="346"/>
                    <a:pt x="7540" y="1479"/>
                  </a:cubicBezTo>
                  <a:cubicBezTo>
                    <a:pt x="5495" y="3214"/>
                    <a:pt x="5842" y="7339"/>
                    <a:pt x="5842" y="7339"/>
                  </a:cubicBezTo>
                  <a:cubicBezTo>
                    <a:pt x="5842" y="7339"/>
                    <a:pt x="4678" y="6899"/>
                    <a:pt x="3568" y="6899"/>
                  </a:cubicBezTo>
                  <a:cubicBezTo>
                    <a:pt x="2668" y="6899"/>
                    <a:pt x="1805" y="7188"/>
                    <a:pt x="1625" y="8234"/>
                  </a:cubicBezTo>
                  <a:cubicBezTo>
                    <a:pt x="1442" y="9201"/>
                    <a:pt x="1789" y="10205"/>
                    <a:pt x="2538" y="10862"/>
                  </a:cubicBezTo>
                  <a:cubicBezTo>
                    <a:pt x="2538" y="10862"/>
                    <a:pt x="0" y="15591"/>
                    <a:pt x="5094" y="17160"/>
                  </a:cubicBezTo>
                  <a:cubicBezTo>
                    <a:pt x="5888" y="17403"/>
                    <a:pt x="6609" y="17514"/>
                    <a:pt x="7250" y="17514"/>
                  </a:cubicBezTo>
                  <a:cubicBezTo>
                    <a:pt x="9982" y="17514"/>
                    <a:pt x="11258" y="15496"/>
                    <a:pt x="10534" y="13071"/>
                  </a:cubicBezTo>
                  <a:lnTo>
                    <a:pt x="11866" y="11027"/>
                  </a:lnTo>
                  <a:cubicBezTo>
                    <a:pt x="12688" y="10151"/>
                    <a:pt x="12998" y="8927"/>
                    <a:pt x="12688" y="7777"/>
                  </a:cubicBezTo>
                  <a:lnTo>
                    <a:pt x="12688" y="7777"/>
                  </a:lnTo>
                  <a:cubicBezTo>
                    <a:pt x="12688" y="7777"/>
                    <a:pt x="13483" y="8019"/>
                    <a:pt x="14484" y="8019"/>
                  </a:cubicBezTo>
                  <a:cubicBezTo>
                    <a:pt x="15916" y="8019"/>
                    <a:pt x="17770" y="7526"/>
                    <a:pt x="18328" y="5130"/>
                  </a:cubicBezTo>
                  <a:cubicBezTo>
                    <a:pt x="18328" y="5130"/>
                    <a:pt x="19150" y="5587"/>
                    <a:pt x="19332" y="6061"/>
                  </a:cubicBezTo>
                  <a:cubicBezTo>
                    <a:pt x="19679" y="7011"/>
                    <a:pt x="19789" y="8234"/>
                    <a:pt x="19862" y="8964"/>
                  </a:cubicBezTo>
                  <a:cubicBezTo>
                    <a:pt x="19862" y="8964"/>
                    <a:pt x="21432" y="7595"/>
                    <a:pt x="21213" y="6189"/>
                  </a:cubicBezTo>
                  <a:cubicBezTo>
                    <a:pt x="20939" y="4455"/>
                    <a:pt x="21286" y="1571"/>
                    <a:pt x="18365" y="713"/>
                  </a:cubicBezTo>
                  <a:cubicBezTo>
                    <a:pt x="17557" y="476"/>
                    <a:pt x="15311" y="0"/>
                    <a:pt x="12960" y="0"/>
                  </a:cubicBezTo>
                  <a:close/>
                </a:path>
              </a:pathLst>
            </a:custGeom>
            <a:solidFill>
              <a:srgbClr val="2026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7" name="Google Shape;727;p6"/>
            <p:cNvSpPr/>
            <p:nvPr/>
          </p:nvSpPr>
          <p:spPr>
            <a:xfrm>
              <a:off x="2104200" y="2315880"/>
              <a:ext cx="227160" cy="192600"/>
            </a:xfrm>
            <a:custGeom>
              <a:rect b="b" l="l" r="r" t="t"/>
              <a:pathLst>
                <a:path extrusionOk="0" h="4829" w="5687">
                  <a:moveTo>
                    <a:pt x="3224" y="0"/>
                  </a:moveTo>
                  <a:cubicBezTo>
                    <a:pt x="3190" y="0"/>
                    <a:pt x="3156" y="1"/>
                    <a:pt x="3122" y="2"/>
                  </a:cubicBezTo>
                  <a:cubicBezTo>
                    <a:pt x="968" y="94"/>
                    <a:pt x="0" y="2722"/>
                    <a:pt x="1589" y="4183"/>
                  </a:cubicBezTo>
                  <a:cubicBezTo>
                    <a:pt x="2068" y="4629"/>
                    <a:pt x="2640" y="4828"/>
                    <a:pt x="3200" y="4828"/>
                  </a:cubicBezTo>
                  <a:cubicBezTo>
                    <a:pt x="4473" y="4828"/>
                    <a:pt x="5686" y="3799"/>
                    <a:pt x="5623" y="2303"/>
                  </a:cubicBezTo>
                  <a:cubicBezTo>
                    <a:pt x="5570" y="1004"/>
                    <a:pt x="4511" y="0"/>
                    <a:pt x="3224" y="0"/>
                  </a:cubicBez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8" name="Google Shape;728;p6"/>
            <p:cNvSpPr/>
            <p:nvPr/>
          </p:nvSpPr>
          <p:spPr>
            <a:xfrm>
              <a:off x="1531080" y="3458520"/>
              <a:ext cx="1080360" cy="418320"/>
            </a:xfrm>
            <a:custGeom>
              <a:rect b="b" l="l" r="r" t="t"/>
              <a:pathLst>
                <a:path extrusionOk="0" h="10468" w="27026">
                  <a:moveTo>
                    <a:pt x="2611" y="1"/>
                  </a:moveTo>
                  <a:cubicBezTo>
                    <a:pt x="2611" y="1"/>
                    <a:pt x="0" y="6773"/>
                    <a:pt x="1917" y="9530"/>
                  </a:cubicBezTo>
                  <a:cubicBezTo>
                    <a:pt x="2384" y="10203"/>
                    <a:pt x="3772" y="10468"/>
                    <a:pt x="5672" y="10468"/>
                  </a:cubicBezTo>
                  <a:cubicBezTo>
                    <a:pt x="12301" y="10468"/>
                    <a:pt x="25159" y="7248"/>
                    <a:pt x="26838" y="6964"/>
                  </a:cubicBezTo>
                  <a:lnTo>
                    <a:pt x="26838" y="6964"/>
                  </a:lnTo>
                  <a:cubicBezTo>
                    <a:pt x="26879" y="6969"/>
                    <a:pt x="26913" y="6971"/>
                    <a:pt x="26941" y="6971"/>
                  </a:cubicBezTo>
                  <a:cubicBezTo>
                    <a:pt x="26982" y="6971"/>
                    <a:pt x="27008" y="6966"/>
                    <a:pt x="27018" y="6956"/>
                  </a:cubicBezTo>
                  <a:cubicBezTo>
                    <a:pt x="27025" y="6948"/>
                    <a:pt x="27019" y="6944"/>
                    <a:pt x="26998" y="6944"/>
                  </a:cubicBezTo>
                  <a:cubicBezTo>
                    <a:pt x="26970" y="6944"/>
                    <a:pt x="26916" y="6951"/>
                    <a:pt x="26838" y="6964"/>
                  </a:cubicBezTo>
                  <a:lnTo>
                    <a:pt x="26838" y="6964"/>
                  </a:lnTo>
                  <a:cubicBezTo>
                    <a:pt x="25127" y="6785"/>
                    <a:pt x="11997" y="2923"/>
                    <a:pt x="9458" y="2923"/>
                  </a:cubicBezTo>
                  <a:cubicBezTo>
                    <a:pt x="9363" y="2923"/>
                    <a:pt x="9283" y="2928"/>
                    <a:pt x="9219" y="2940"/>
                  </a:cubicBezTo>
                  <a:cubicBezTo>
                    <a:pt x="9219" y="2940"/>
                    <a:pt x="7321" y="1260"/>
                    <a:pt x="2611" y="1"/>
                  </a:cubicBez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9" name="Google Shape;729;p6"/>
            <p:cNvSpPr/>
            <p:nvPr/>
          </p:nvSpPr>
          <p:spPr>
            <a:xfrm>
              <a:off x="1884960" y="3449160"/>
              <a:ext cx="1297080" cy="441360"/>
            </a:xfrm>
            <a:custGeom>
              <a:rect b="b" l="l" r="r" t="t"/>
              <a:pathLst>
                <a:path extrusionOk="0" h="11049" w="32441">
                  <a:moveTo>
                    <a:pt x="29100" y="0"/>
                  </a:moveTo>
                  <a:lnTo>
                    <a:pt x="29100" y="0"/>
                  </a:lnTo>
                  <a:cubicBezTo>
                    <a:pt x="24773" y="1552"/>
                    <a:pt x="23696" y="2428"/>
                    <a:pt x="23696" y="2428"/>
                  </a:cubicBezTo>
                  <a:cubicBezTo>
                    <a:pt x="23696" y="2428"/>
                    <a:pt x="10114" y="1935"/>
                    <a:pt x="6189" y="1461"/>
                  </a:cubicBezTo>
                  <a:cubicBezTo>
                    <a:pt x="5853" y="1415"/>
                    <a:pt x="5516" y="1392"/>
                    <a:pt x="5181" y="1392"/>
                  </a:cubicBezTo>
                  <a:cubicBezTo>
                    <a:pt x="3262" y="1392"/>
                    <a:pt x="1400" y="2138"/>
                    <a:pt x="1" y="3505"/>
                  </a:cubicBezTo>
                  <a:cubicBezTo>
                    <a:pt x="6881" y="4038"/>
                    <a:pt x="23173" y="11048"/>
                    <a:pt x="28008" y="11048"/>
                  </a:cubicBezTo>
                  <a:cubicBezTo>
                    <a:pt x="28471" y="11048"/>
                    <a:pt x="28829" y="10984"/>
                    <a:pt x="29063" y="10844"/>
                  </a:cubicBezTo>
                  <a:cubicBezTo>
                    <a:pt x="32440" y="8799"/>
                    <a:pt x="29100" y="1"/>
                    <a:pt x="29100" y="0"/>
                  </a:cubicBez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0" name="Google Shape;730;p6"/>
            <p:cNvSpPr/>
            <p:nvPr/>
          </p:nvSpPr>
          <p:spPr>
            <a:xfrm>
              <a:off x="2624040" y="3471120"/>
              <a:ext cx="250920" cy="78480"/>
            </a:xfrm>
            <a:custGeom>
              <a:rect b="b" l="l" r="r" t="t"/>
              <a:pathLst>
                <a:path extrusionOk="0" h="1974" w="6280">
                  <a:moveTo>
                    <a:pt x="3933" y="0"/>
                  </a:moveTo>
                  <a:cubicBezTo>
                    <a:pt x="3409" y="0"/>
                    <a:pt x="2096" y="309"/>
                    <a:pt x="1333" y="618"/>
                  </a:cubicBezTo>
                  <a:cubicBezTo>
                    <a:pt x="785" y="855"/>
                    <a:pt x="310" y="1257"/>
                    <a:pt x="0" y="1749"/>
                  </a:cubicBezTo>
                  <a:cubicBezTo>
                    <a:pt x="0" y="1749"/>
                    <a:pt x="2678" y="1974"/>
                    <a:pt x="4254" y="1974"/>
                  </a:cubicBezTo>
                  <a:cubicBezTo>
                    <a:pt x="4533" y="1974"/>
                    <a:pt x="4777" y="1967"/>
                    <a:pt x="4965" y="1950"/>
                  </a:cubicBezTo>
                  <a:cubicBezTo>
                    <a:pt x="6280" y="1841"/>
                    <a:pt x="4783" y="1384"/>
                    <a:pt x="4783" y="1384"/>
                  </a:cubicBezTo>
                  <a:cubicBezTo>
                    <a:pt x="4783" y="1384"/>
                    <a:pt x="5458" y="1038"/>
                    <a:pt x="5385" y="818"/>
                  </a:cubicBezTo>
                  <a:cubicBezTo>
                    <a:pt x="5369" y="766"/>
                    <a:pt x="5251" y="746"/>
                    <a:pt x="5077" y="746"/>
                  </a:cubicBezTo>
                  <a:cubicBezTo>
                    <a:pt x="4460" y="746"/>
                    <a:pt x="3140" y="1001"/>
                    <a:pt x="3140" y="1001"/>
                  </a:cubicBezTo>
                  <a:cubicBezTo>
                    <a:pt x="3140" y="1001"/>
                    <a:pt x="4418" y="107"/>
                    <a:pt x="4089" y="15"/>
                  </a:cubicBezTo>
                  <a:cubicBezTo>
                    <a:pt x="4051" y="5"/>
                    <a:pt x="3998" y="0"/>
                    <a:pt x="3933" y="0"/>
                  </a:cubicBez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39225" lIns="91425" spcFirstLastPara="1" rIns="91425" wrap="square" tIns="39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1" name="Google Shape;731;p6"/>
            <p:cNvSpPr/>
            <p:nvPr/>
          </p:nvSpPr>
          <p:spPr>
            <a:xfrm>
              <a:off x="2431080" y="2343600"/>
              <a:ext cx="30960" cy="51840"/>
            </a:xfrm>
            <a:custGeom>
              <a:rect b="b" l="l" r="r" t="t"/>
              <a:pathLst>
                <a:path extrusionOk="0" h="1301" w="786">
                  <a:moveTo>
                    <a:pt x="367" y="0"/>
                  </a:moveTo>
                  <a:cubicBezTo>
                    <a:pt x="360" y="0"/>
                    <a:pt x="354" y="1"/>
                    <a:pt x="348" y="1"/>
                  </a:cubicBezTo>
                  <a:cubicBezTo>
                    <a:pt x="147" y="19"/>
                    <a:pt x="1" y="311"/>
                    <a:pt x="37" y="677"/>
                  </a:cubicBezTo>
                  <a:cubicBezTo>
                    <a:pt x="54" y="1021"/>
                    <a:pt x="218" y="1300"/>
                    <a:pt x="405" y="1300"/>
                  </a:cubicBezTo>
                  <a:cubicBezTo>
                    <a:pt x="416" y="1300"/>
                    <a:pt x="427" y="1299"/>
                    <a:pt x="439" y="1297"/>
                  </a:cubicBezTo>
                  <a:cubicBezTo>
                    <a:pt x="640" y="1279"/>
                    <a:pt x="786" y="969"/>
                    <a:pt x="767" y="622"/>
                  </a:cubicBezTo>
                  <a:cubicBezTo>
                    <a:pt x="732" y="268"/>
                    <a:pt x="560" y="0"/>
                    <a:pt x="3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25900" lIns="91425" spcFirstLastPara="1" rIns="91425" wrap="square" tIns="2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2" name="Google Shape;732;p6"/>
            <p:cNvSpPr/>
            <p:nvPr/>
          </p:nvSpPr>
          <p:spPr>
            <a:xfrm>
              <a:off x="2560320" y="2332800"/>
              <a:ext cx="30240" cy="51480"/>
            </a:xfrm>
            <a:custGeom>
              <a:rect b="b" l="l" r="r" t="t"/>
              <a:pathLst>
                <a:path extrusionOk="0" h="1299" w="768">
                  <a:moveTo>
                    <a:pt x="367" y="0"/>
                  </a:moveTo>
                  <a:cubicBezTo>
                    <a:pt x="360" y="0"/>
                    <a:pt x="354" y="1"/>
                    <a:pt x="348" y="1"/>
                  </a:cubicBezTo>
                  <a:cubicBezTo>
                    <a:pt x="147" y="20"/>
                    <a:pt x="1" y="312"/>
                    <a:pt x="19" y="677"/>
                  </a:cubicBezTo>
                  <a:cubicBezTo>
                    <a:pt x="55" y="1013"/>
                    <a:pt x="227" y="1298"/>
                    <a:pt x="421" y="1298"/>
                  </a:cubicBezTo>
                  <a:cubicBezTo>
                    <a:pt x="427" y="1298"/>
                    <a:pt x="433" y="1298"/>
                    <a:pt x="439" y="1297"/>
                  </a:cubicBezTo>
                  <a:cubicBezTo>
                    <a:pt x="640" y="1279"/>
                    <a:pt x="768" y="987"/>
                    <a:pt x="749" y="622"/>
                  </a:cubicBezTo>
                  <a:cubicBezTo>
                    <a:pt x="732" y="268"/>
                    <a:pt x="560" y="0"/>
                    <a:pt x="3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25900" lIns="91425" spcFirstLastPara="1" rIns="91425" wrap="square" tIns="2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3" name="Google Shape;733;p6"/>
            <p:cNvSpPr/>
            <p:nvPr/>
          </p:nvSpPr>
          <p:spPr>
            <a:xfrm>
              <a:off x="2492640" y="2328840"/>
              <a:ext cx="57240" cy="176040"/>
            </a:xfrm>
            <a:custGeom>
              <a:rect b="b" l="l" r="r" t="t"/>
              <a:pathLst>
                <a:path extrusionOk="0" h="4413" w="1443">
                  <a:moveTo>
                    <a:pt x="499" y="1"/>
                  </a:moveTo>
                  <a:cubicBezTo>
                    <a:pt x="459" y="1"/>
                    <a:pt x="420" y="29"/>
                    <a:pt x="420" y="79"/>
                  </a:cubicBezTo>
                  <a:cubicBezTo>
                    <a:pt x="402" y="1393"/>
                    <a:pt x="785" y="2781"/>
                    <a:pt x="1095" y="4059"/>
                  </a:cubicBezTo>
                  <a:cubicBezTo>
                    <a:pt x="767" y="4113"/>
                    <a:pt x="438" y="4113"/>
                    <a:pt x="110" y="4168"/>
                  </a:cubicBezTo>
                  <a:cubicBezTo>
                    <a:pt x="0" y="4205"/>
                    <a:pt x="0" y="4351"/>
                    <a:pt x="110" y="4387"/>
                  </a:cubicBezTo>
                  <a:cubicBezTo>
                    <a:pt x="238" y="4405"/>
                    <a:pt x="367" y="4413"/>
                    <a:pt x="496" y="4413"/>
                  </a:cubicBezTo>
                  <a:cubicBezTo>
                    <a:pt x="769" y="4413"/>
                    <a:pt x="1042" y="4376"/>
                    <a:pt x="1315" y="4314"/>
                  </a:cubicBezTo>
                  <a:cubicBezTo>
                    <a:pt x="1388" y="4296"/>
                    <a:pt x="1442" y="4223"/>
                    <a:pt x="1442" y="4150"/>
                  </a:cubicBezTo>
                  <a:cubicBezTo>
                    <a:pt x="1278" y="3475"/>
                    <a:pt x="1114" y="2799"/>
                    <a:pt x="986" y="2124"/>
                  </a:cubicBezTo>
                  <a:cubicBezTo>
                    <a:pt x="876" y="1430"/>
                    <a:pt x="749" y="736"/>
                    <a:pt x="584" y="61"/>
                  </a:cubicBezTo>
                  <a:cubicBezTo>
                    <a:pt x="568" y="20"/>
                    <a:pt x="533" y="1"/>
                    <a:pt x="49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8200" lIns="91425" spcFirstLastPara="1" rIns="91425" wrap="square" tIns="88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4" name="Google Shape;734;p6"/>
            <p:cNvSpPr/>
            <p:nvPr/>
          </p:nvSpPr>
          <p:spPr>
            <a:xfrm>
              <a:off x="2178720" y="2357640"/>
              <a:ext cx="65880" cy="106200"/>
            </a:xfrm>
            <a:custGeom>
              <a:rect b="b" l="l" r="r" t="t"/>
              <a:pathLst>
                <a:path extrusionOk="0" h="2669" w="1658">
                  <a:moveTo>
                    <a:pt x="1193" y="1"/>
                  </a:moveTo>
                  <a:cubicBezTo>
                    <a:pt x="955" y="1"/>
                    <a:pt x="688" y="180"/>
                    <a:pt x="512" y="330"/>
                  </a:cubicBezTo>
                  <a:cubicBezTo>
                    <a:pt x="183" y="622"/>
                    <a:pt x="0" y="1060"/>
                    <a:pt x="55" y="1516"/>
                  </a:cubicBezTo>
                  <a:cubicBezTo>
                    <a:pt x="92" y="1954"/>
                    <a:pt x="329" y="2338"/>
                    <a:pt x="712" y="2538"/>
                  </a:cubicBezTo>
                  <a:cubicBezTo>
                    <a:pt x="856" y="2610"/>
                    <a:pt x="1039" y="2669"/>
                    <a:pt x="1207" y="2669"/>
                  </a:cubicBezTo>
                  <a:cubicBezTo>
                    <a:pt x="1382" y="2669"/>
                    <a:pt x="1542" y="2606"/>
                    <a:pt x="1625" y="2429"/>
                  </a:cubicBezTo>
                  <a:cubicBezTo>
                    <a:pt x="1658" y="2364"/>
                    <a:pt x="1632" y="2298"/>
                    <a:pt x="1574" y="2298"/>
                  </a:cubicBezTo>
                  <a:cubicBezTo>
                    <a:pt x="1567" y="2298"/>
                    <a:pt x="1560" y="2299"/>
                    <a:pt x="1552" y="2301"/>
                  </a:cubicBezTo>
                  <a:cubicBezTo>
                    <a:pt x="1508" y="2299"/>
                    <a:pt x="1465" y="2298"/>
                    <a:pt x="1424" y="2298"/>
                  </a:cubicBezTo>
                  <a:cubicBezTo>
                    <a:pt x="1370" y="2298"/>
                    <a:pt x="1318" y="2299"/>
                    <a:pt x="1268" y="2299"/>
                  </a:cubicBezTo>
                  <a:cubicBezTo>
                    <a:pt x="1092" y="2299"/>
                    <a:pt x="938" y="2283"/>
                    <a:pt x="767" y="2137"/>
                  </a:cubicBezTo>
                  <a:cubicBezTo>
                    <a:pt x="475" y="1900"/>
                    <a:pt x="347" y="1516"/>
                    <a:pt x="420" y="1133"/>
                  </a:cubicBezTo>
                  <a:cubicBezTo>
                    <a:pt x="475" y="841"/>
                    <a:pt x="658" y="603"/>
                    <a:pt x="895" y="439"/>
                  </a:cubicBezTo>
                  <a:cubicBezTo>
                    <a:pt x="1078" y="330"/>
                    <a:pt x="1278" y="311"/>
                    <a:pt x="1424" y="147"/>
                  </a:cubicBezTo>
                  <a:cubicBezTo>
                    <a:pt x="1443" y="129"/>
                    <a:pt x="1443" y="92"/>
                    <a:pt x="1424" y="74"/>
                  </a:cubicBezTo>
                  <a:cubicBezTo>
                    <a:pt x="1354" y="22"/>
                    <a:pt x="1275" y="1"/>
                    <a:pt x="119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3275" lIns="91425" spcFirstLastPara="1" rIns="91425" wrap="square" tIns="53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5" name="Google Shape;735;p6"/>
            <p:cNvSpPr/>
            <p:nvPr/>
          </p:nvSpPr>
          <p:spPr>
            <a:xfrm>
              <a:off x="2441160" y="2542680"/>
              <a:ext cx="64080" cy="23400"/>
            </a:xfrm>
            <a:custGeom>
              <a:rect b="b" l="l" r="r" t="t"/>
              <a:pathLst>
                <a:path extrusionOk="0" h="595" w="1615">
                  <a:moveTo>
                    <a:pt x="247" y="1"/>
                  </a:moveTo>
                  <a:cubicBezTo>
                    <a:pt x="92" y="1"/>
                    <a:pt x="0" y="227"/>
                    <a:pt x="171" y="335"/>
                  </a:cubicBezTo>
                  <a:cubicBezTo>
                    <a:pt x="423" y="500"/>
                    <a:pt x="720" y="594"/>
                    <a:pt x="1018" y="594"/>
                  </a:cubicBezTo>
                  <a:cubicBezTo>
                    <a:pt x="1150" y="594"/>
                    <a:pt x="1283" y="575"/>
                    <a:pt x="1412" y="536"/>
                  </a:cubicBezTo>
                  <a:cubicBezTo>
                    <a:pt x="1614" y="469"/>
                    <a:pt x="1552" y="183"/>
                    <a:pt x="1368" y="183"/>
                  </a:cubicBezTo>
                  <a:cubicBezTo>
                    <a:pt x="1353" y="183"/>
                    <a:pt x="1337" y="185"/>
                    <a:pt x="1321" y="189"/>
                  </a:cubicBezTo>
                  <a:cubicBezTo>
                    <a:pt x="1222" y="210"/>
                    <a:pt x="1122" y="221"/>
                    <a:pt x="1025" y="221"/>
                  </a:cubicBezTo>
                  <a:cubicBezTo>
                    <a:pt x="780" y="221"/>
                    <a:pt x="544" y="155"/>
                    <a:pt x="335" y="25"/>
                  </a:cubicBezTo>
                  <a:cubicBezTo>
                    <a:pt x="304" y="8"/>
                    <a:pt x="274" y="1"/>
                    <a:pt x="24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1875" lIns="91425" spcFirstLastPara="1" rIns="91425" wrap="square" tIns="1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6" name="Google Shape;736;p6"/>
            <p:cNvSpPr/>
            <p:nvPr/>
          </p:nvSpPr>
          <p:spPr>
            <a:xfrm>
              <a:off x="1776960" y="3574800"/>
              <a:ext cx="734040" cy="183600"/>
            </a:xfrm>
            <a:custGeom>
              <a:rect b="b" l="l" r="r" t="t"/>
              <a:pathLst>
                <a:path extrusionOk="0" h="4603" w="18368">
                  <a:moveTo>
                    <a:pt x="2770" y="1"/>
                  </a:moveTo>
                  <a:cubicBezTo>
                    <a:pt x="2463" y="1"/>
                    <a:pt x="2158" y="24"/>
                    <a:pt x="1862" y="67"/>
                  </a:cubicBezTo>
                  <a:cubicBezTo>
                    <a:pt x="1223" y="177"/>
                    <a:pt x="493" y="359"/>
                    <a:pt x="0" y="797"/>
                  </a:cubicBezTo>
                  <a:cubicBezTo>
                    <a:pt x="0" y="797"/>
                    <a:pt x="0" y="834"/>
                    <a:pt x="18" y="834"/>
                  </a:cubicBezTo>
                  <a:cubicBezTo>
                    <a:pt x="767" y="670"/>
                    <a:pt x="1424" y="341"/>
                    <a:pt x="2191" y="268"/>
                  </a:cubicBezTo>
                  <a:cubicBezTo>
                    <a:pt x="2347" y="256"/>
                    <a:pt x="2504" y="250"/>
                    <a:pt x="2660" y="250"/>
                  </a:cubicBezTo>
                  <a:cubicBezTo>
                    <a:pt x="3233" y="250"/>
                    <a:pt x="3804" y="329"/>
                    <a:pt x="4363" y="487"/>
                  </a:cubicBezTo>
                  <a:cubicBezTo>
                    <a:pt x="5915" y="889"/>
                    <a:pt x="7430" y="1400"/>
                    <a:pt x="8963" y="1856"/>
                  </a:cubicBezTo>
                  <a:lnTo>
                    <a:pt x="18146" y="4594"/>
                  </a:lnTo>
                  <a:cubicBezTo>
                    <a:pt x="18161" y="4600"/>
                    <a:pt x="18176" y="4602"/>
                    <a:pt x="18190" y="4602"/>
                  </a:cubicBezTo>
                  <a:cubicBezTo>
                    <a:pt x="18322" y="4602"/>
                    <a:pt x="18367" y="4388"/>
                    <a:pt x="18219" y="4339"/>
                  </a:cubicBezTo>
                  <a:lnTo>
                    <a:pt x="8525" y="1436"/>
                  </a:lnTo>
                  <a:cubicBezTo>
                    <a:pt x="6974" y="962"/>
                    <a:pt x="5385" y="359"/>
                    <a:pt x="3779" y="85"/>
                  </a:cubicBezTo>
                  <a:cubicBezTo>
                    <a:pt x="3445" y="28"/>
                    <a:pt x="3106" y="1"/>
                    <a:pt x="277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7" name="Google Shape;737;p6"/>
            <p:cNvSpPr/>
            <p:nvPr/>
          </p:nvSpPr>
          <p:spPr>
            <a:xfrm>
              <a:off x="2620080" y="3536280"/>
              <a:ext cx="384840" cy="40680"/>
            </a:xfrm>
            <a:custGeom>
              <a:rect b="b" l="l" r="r" t="t"/>
              <a:pathLst>
                <a:path extrusionOk="0" h="1023" w="9629">
                  <a:moveTo>
                    <a:pt x="1708" y="0"/>
                  </a:moveTo>
                  <a:cubicBezTo>
                    <a:pt x="1134" y="0"/>
                    <a:pt x="562" y="41"/>
                    <a:pt x="1" y="123"/>
                  </a:cubicBezTo>
                  <a:cubicBezTo>
                    <a:pt x="1" y="142"/>
                    <a:pt x="1" y="142"/>
                    <a:pt x="1" y="160"/>
                  </a:cubicBezTo>
                  <a:cubicBezTo>
                    <a:pt x="636" y="220"/>
                    <a:pt x="1259" y="256"/>
                    <a:pt x="1889" y="256"/>
                  </a:cubicBezTo>
                  <a:cubicBezTo>
                    <a:pt x="2020" y="256"/>
                    <a:pt x="2151" y="254"/>
                    <a:pt x="2283" y="251"/>
                  </a:cubicBezTo>
                  <a:cubicBezTo>
                    <a:pt x="3049" y="270"/>
                    <a:pt x="3798" y="306"/>
                    <a:pt x="4565" y="361"/>
                  </a:cubicBezTo>
                  <a:cubicBezTo>
                    <a:pt x="6189" y="489"/>
                    <a:pt x="7814" y="708"/>
                    <a:pt x="9420" y="1018"/>
                  </a:cubicBezTo>
                  <a:cubicBezTo>
                    <a:pt x="9432" y="1021"/>
                    <a:pt x="9442" y="1022"/>
                    <a:pt x="9453" y="1022"/>
                  </a:cubicBezTo>
                  <a:cubicBezTo>
                    <a:pt x="9576" y="1022"/>
                    <a:pt x="9628" y="833"/>
                    <a:pt x="9493" y="799"/>
                  </a:cubicBezTo>
                  <a:cubicBezTo>
                    <a:pt x="7924" y="489"/>
                    <a:pt x="6335" y="270"/>
                    <a:pt x="4747" y="142"/>
                  </a:cubicBezTo>
                  <a:cubicBezTo>
                    <a:pt x="3926" y="87"/>
                    <a:pt x="3104" y="32"/>
                    <a:pt x="2283" y="14"/>
                  </a:cubicBezTo>
                  <a:cubicBezTo>
                    <a:pt x="2091" y="5"/>
                    <a:pt x="1899" y="0"/>
                    <a:pt x="170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8" name="Google Shape;738;p6"/>
            <p:cNvSpPr/>
            <p:nvPr/>
          </p:nvSpPr>
          <p:spPr>
            <a:xfrm>
              <a:off x="1908720" y="2964600"/>
              <a:ext cx="123480" cy="620640"/>
            </a:xfrm>
            <a:custGeom>
              <a:rect b="b" l="l" r="r" t="t"/>
              <a:pathLst>
                <a:path extrusionOk="0" h="15531" w="3095">
                  <a:moveTo>
                    <a:pt x="1505" y="0"/>
                  </a:moveTo>
                  <a:cubicBezTo>
                    <a:pt x="1456" y="0"/>
                    <a:pt x="1420" y="60"/>
                    <a:pt x="1433" y="100"/>
                  </a:cubicBezTo>
                  <a:cubicBezTo>
                    <a:pt x="2620" y="2729"/>
                    <a:pt x="1634" y="5267"/>
                    <a:pt x="1105" y="7932"/>
                  </a:cubicBezTo>
                  <a:cubicBezTo>
                    <a:pt x="612" y="10396"/>
                    <a:pt x="247" y="12879"/>
                    <a:pt x="9" y="15380"/>
                  </a:cubicBezTo>
                  <a:cubicBezTo>
                    <a:pt x="0" y="15480"/>
                    <a:pt x="78" y="15531"/>
                    <a:pt x="160" y="15531"/>
                  </a:cubicBezTo>
                  <a:cubicBezTo>
                    <a:pt x="242" y="15531"/>
                    <a:pt x="329" y="15480"/>
                    <a:pt x="338" y="15380"/>
                  </a:cubicBezTo>
                  <a:cubicBezTo>
                    <a:pt x="594" y="12368"/>
                    <a:pt x="1086" y="9374"/>
                    <a:pt x="1780" y="6417"/>
                  </a:cubicBezTo>
                  <a:cubicBezTo>
                    <a:pt x="2255" y="4463"/>
                    <a:pt x="3094" y="1762"/>
                    <a:pt x="1561" y="27"/>
                  </a:cubicBezTo>
                  <a:cubicBezTo>
                    <a:pt x="1542" y="8"/>
                    <a:pt x="1522" y="0"/>
                    <a:pt x="15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9" name="Google Shape;739;p6"/>
            <p:cNvSpPr/>
            <p:nvPr/>
          </p:nvSpPr>
          <p:spPr>
            <a:xfrm>
              <a:off x="1866240" y="2891880"/>
              <a:ext cx="55080" cy="20520"/>
            </a:xfrm>
            <a:custGeom>
              <a:rect b="b" l="l" r="r" t="t"/>
              <a:pathLst>
                <a:path extrusionOk="0" h="519" w="1388">
                  <a:moveTo>
                    <a:pt x="525" y="0"/>
                  </a:moveTo>
                  <a:cubicBezTo>
                    <a:pt x="374" y="0"/>
                    <a:pt x="223" y="33"/>
                    <a:pt x="92" y="99"/>
                  </a:cubicBezTo>
                  <a:cubicBezTo>
                    <a:pt x="0" y="135"/>
                    <a:pt x="55" y="263"/>
                    <a:pt x="128" y="263"/>
                  </a:cubicBezTo>
                  <a:cubicBezTo>
                    <a:pt x="347" y="263"/>
                    <a:pt x="566" y="300"/>
                    <a:pt x="767" y="336"/>
                  </a:cubicBezTo>
                  <a:cubicBezTo>
                    <a:pt x="950" y="391"/>
                    <a:pt x="1114" y="519"/>
                    <a:pt x="1296" y="519"/>
                  </a:cubicBezTo>
                  <a:cubicBezTo>
                    <a:pt x="1351" y="519"/>
                    <a:pt x="1388" y="464"/>
                    <a:pt x="1388" y="409"/>
                  </a:cubicBezTo>
                  <a:cubicBezTo>
                    <a:pt x="1315" y="190"/>
                    <a:pt x="1023" y="99"/>
                    <a:pt x="822" y="44"/>
                  </a:cubicBezTo>
                  <a:cubicBezTo>
                    <a:pt x="727" y="15"/>
                    <a:pt x="626" y="0"/>
                    <a:pt x="5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0" name="Google Shape;740;p6"/>
            <p:cNvSpPr/>
            <p:nvPr/>
          </p:nvSpPr>
          <p:spPr>
            <a:xfrm>
              <a:off x="2770560" y="2880360"/>
              <a:ext cx="39960" cy="27720"/>
            </a:xfrm>
            <a:custGeom>
              <a:rect b="b" l="l" r="r" t="t"/>
              <a:pathLst>
                <a:path extrusionOk="0" h="700" w="1005">
                  <a:moveTo>
                    <a:pt x="737" y="1"/>
                  </a:moveTo>
                  <a:cubicBezTo>
                    <a:pt x="601" y="1"/>
                    <a:pt x="452" y="67"/>
                    <a:pt x="347" y="149"/>
                  </a:cubicBezTo>
                  <a:cubicBezTo>
                    <a:pt x="183" y="258"/>
                    <a:pt x="0" y="404"/>
                    <a:pt x="0" y="605"/>
                  </a:cubicBezTo>
                  <a:cubicBezTo>
                    <a:pt x="0" y="652"/>
                    <a:pt x="41" y="700"/>
                    <a:pt x="100" y="700"/>
                  </a:cubicBezTo>
                  <a:cubicBezTo>
                    <a:pt x="109" y="700"/>
                    <a:pt x="118" y="699"/>
                    <a:pt x="128" y="696"/>
                  </a:cubicBezTo>
                  <a:cubicBezTo>
                    <a:pt x="274" y="642"/>
                    <a:pt x="384" y="514"/>
                    <a:pt x="530" y="459"/>
                  </a:cubicBezTo>
                  <a:cubicBezTo>
                    <a:pt x="694" y="386"/>
                    <a:pt x="877" y="368"/>
                    <a:pt x="968" y="240"/>
                  </a:cubicBezTo>
                  <a:cubicBezTo>
                    <a:pt x="1004" y="185"/>
                    <a:pt x="986" y="112"/>
                    <a:pt x="950" y="76"/>
                  </a:cubicBezTo>
                  <a:cubicBezTo>
                    <a:pt x="890" y="23"/>
                    <a:pt x="816" y="1"/>
                    <a:pt x="7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4025" lIns="91425" spcFirstLastPara="1" rIns="91425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1" name="Google Shape;741;p6"/>
            <p:cNvSpPr/>
            <p:nvPr/>
          </p:nvSpPr>
          <p:spPr>
            <a:xfrm>
              <a:off x="1607040" y="3369600"/>
              <a:ext cx="329040" cy="101520"/>
            </a:xfrm>
            <a:custGeom>
              <a:rect b="b" l="l" r="r" t="t"/>
              <a:pathLst>
                <a:path extrusionOk="0" h="2550" w="8235">
                  <a:moveTo>
                    <a:pt x="110" y="1"/>
                  </a:moveTo>
                  <a:cubicBezTo>
                    <a:pt x="19" y="1"/>
                    <a:pt x="1" y="147"/>
                    <a:pt x="92" y="183"/>
                  </a:cubicBezTo>
                  <a:cubicBezTo>
                    <a:pt x="713" y="439"/>
                    <a:pt x="1425" y="548"/>
                    <a:pt x="2082" y="731"/>
                  </a:cubicBezTo>
                  <a:cubicBezTo>
                    <a:pt x="2721" y="913"/>
                    <a:pt x="3396" y="1096"/>
                    <a:pt x="4072" y="1278"/>
                  </a:cubicBezTo>
                  <a:cubicBezTo>
                    <a:pt x="5386" y="1680"/>
                    <a:pt x="6700" y="2100"/>
                    <a:pt x="8015" y="2538"/>
                  </a:cubicBezTo>
                  <a:cubicBezTo>
                    <a:pt x="8032" y="2546"/>
                    <a:pt x="8048" y="2549"/>
                    <a:pt x="8063" y="2549"/>
                  </a:cubicBezTo>
                  <a:cubicBezTo>
                    <a:pt x="8192" y="2549"/>
                    <a:pt x="8235" y="2295"/>
                    <a:pt x="8088" y="2246"/>
                  </a:cubicBezTo>
                  <a:cubicBezTo>
                    <a:pt x="6755" y="1771"/>
                    <a:pt x="5404" y="1351"/>
                    <a:pt x="4053" y="950"/>
                  </a:cubicBezTo>
                  <a:cubicBezTo>
                    <a:pt x="3378" y="767"/>
                    <a:pt x="2721" y="585"/>
                    <a:pt x="2045" y="420"/>
                  </a:cubicBezTo>
                  <a:cubicBezTo>
                    <a:pt x="1388" y="256"/>
                    <a:pt x="749" y="37"/>
                    <a:pt x="1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0750" lIns="91425" spcFirstLastPara="1" rIns="91425" wrap="square" tIns="50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8"/>
          <p:cNvSpPr txBox="1"/>
          <p:nvPr>
            <p:ph type="title"/>
          </p:nvPr>
        </p:nvSpPr>
        <p:spPr>
          <a:xfrm>
            <a:off x="3514680" y="752400"/>
            <a:ext cx="4914720" cy="11044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2500" lnSpcReduction="9999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lata"/>
              <a:buNone/>
            </a:pPr>
            <a:r>
              <a:rPr b="0" lang="en-US" sz="3500" u="none" strike="noStrik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Използвани езици и библиотеки</a:t>
            </a:r>
            <a:endParaRPr b="0" sz="35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8"/>
          <p:cNvSpPr txBox="1"/>
          <p:nvPr>
            <p:ph idx="1" type="subTitle"/>
          </p:nvPr>
        </p:nvSpPr>
        <p:spPr>
          <a:xfrm>
            <a:off x="4172040" y="1866960"/>
            <a:ext cx="4266720" cy="27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Проектът използва </a:t>
            </a:r>
            <a:r>
              <a:rPr b="1" i="0" lang="en-U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JavaScript (ES6+), HTML5 и CSS</a:t>
            </a:r>
            <a:r>
              <a:rPr b="0" i="0" lang="en-U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за основната разработка. За по-лесно управление на компоненти е избран React с неговата компонентна архитектура. Навигацията е реализирана с React Router, данните се съхраняват в LocalStorage, а Tailwind CSS и Framer Motion предоставят стилове и анимации за съвременен дизайн и плавни визуални ефекти.</a:t>
            </a:r>
            <a:endParaRPr b="0" i="0" sz="14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748" name="Google Shape;748;p8"/>
          <p:cNvGrpSpPr/>
          <p:nvPr/>
        </p:nvGrpSpPr>
        <p:grpSpPr>
          <a:xfrm>
            <a:off x="889200" y="1473840"/>
            <a:ext cx="2821320" cy="2642760"/>
            <a:chOff x="889200" y="1473840"/>
            <a:chExt cx="2821320" cy="2642760"/>
          </a:xfrm>
        </p:grpSpPr>
        <p:sp>
          <p:nvSpPr>
            <p:cNvPr id="749" name="Google Shape;749;p8"/>
            <p:cNvSpPr/>
            <p:nvPr/>
          </p:nvSpPr>
          <p:spPr>
            <a:xfrm>
              <a:off x="923760" y="1520640"/>
              <a:ext cx="2691360" cy="2595960"/>
            </a:xfrm>
            <a:custGeom>
              <a:rect b="b" l="l" r="r" t="t"/>
              <a:pathLst>
                <a:path extrusionOk="0" h="64925" w="67307">
                  <a:moveTo>
                    <a:pt x="34846" y="1"/>
                  </a:moveTo>
                  <a:cubicBezTo>
                    <a:pt x="25205" y="1"/>
                    <a:pt x="15833" y="4313"/>
                    <a:pt x="9547" y="12127"/>
                  </a:cubicBezTo>
                  <a:cubicBezTo>
                    <a:pt x="913" y="22861"/>
                    <a:pt x="0" y="37867"/>
                    <a:pt x="7266" y="49568"/>
                  </a:cubicBezTo>
                  <a:cubicBezTo>
                    <a:pt x="13264" y="59254"/>
                    <a:pt x="23790" y="64924"/>
                    <a:pt x="34858" y="64924"/>
                  </a:cubicBezTo>
                  <a:cubicBezTo>
                    <a:pt x="37162" y="64924"/>
                    <a:pt x="39489" y="64679"/>
                    <a:pt x="41804" y="64172"/>
                  </a:cubicBezTo>
                  <a:lnTo>
                    <a:pt x="42060" y="64099"/>
                  </a:lnTo>
                  <a:cubicBezTo>
                    <a:pt x="56828" y="60740"/>
                    <a:pt x="67306" y="47615"/>
                    <a:pt x="67306" y="32463"/>
                  </a:cubicBezTo>
                  <a:cubicBezTo>
                    <a:pt x="67306" y="18699"/>
                    <a:pt x="58617" y="6413"/>
                    <a:pt x="45619" y="1849"/>
                  </a:cubicBezTo>
                  <a:cubicBezTo>
                    <a:pt x="42089" y="603"/>
                    <a:pt x="38449" y="1"/>
                    <a:pt x="348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0" name="Google Shape;750;p8"/>
            <p:cNvSpPr/>
            <p:nvPr/>
          </p:nvSpPr>
          <p:spPr>
            <a:xfrm>
              <a:off x="889200" y="1473840"/>
              <a:ext cx="715680" cy="1468440"/>
            </a:xfrm>
            <a:custGeom>
              <a:rect b="b" l="l" r="r" t="t"/>
              <a:pathLst>
                <a:path extrusionOk="0" h="36724" w="17909">
                  <a:moveTo>
                    <a:pt x="11026" y="1"/>
                  </a:moveTo>
                  <a:cubicBezTo>
                    <a:pt x="8744" y="1"/>
                    <a:pt x="6214" y="1084"/>
                    <a:pt x="4272" y="3116"/>
                  </a:cubicBezTo>
                  <a:cubicBezTo>
                    <a:pt x="2592" y="4850"/>
                    <a:pt x="0" y="8793"/>
                    <a:pt x="1351" y="15602"/>
                  </a:cubicBezTo>
                  <a:cubicBezTo>
                    <a:pt x="1880" y="18340"/>
                    <a:pt x="2994" y="21188"/>
                    <a:pt x="4655" y="24182"/>
                  </a:cubicBezTo>
                  <a:cubicBezTo>
                    <a:pt x="6608" y="27669"/>
                    <a:pt x="9310" y="31320"/>
                    <a:pt x="12779" y="35117"/>
                  </a:cubicBezTo>
                  <a:cubicBezTo>
                    <a:pt x="13144" y="35518"/>
                    <a:pt x="13527" y="35938"/>
                    <a:pt x="13929" y="36358"/>
                  </a:cubicBezTo>
                  <a:lnTo>
                    <a:pt x="14275" y="36723"/>
                  </a:lnTo>
                  <a:lnTo>
                    <a:pt x="14622" y="36395"/>
                  </a:lnTo>
                  <a:lnTo>
                    <a:pt x="14969" y="36048"/>
                  </a:lnTo>
                  <a:cubicBezTo>
                    <a:pt x="14841" y="35920"/>
                    <a:pt x="14714" y="35792"/>
                    <a:pt x="14604" y="35665"/>
                  </a:cubicBezTo>
                  <a:cubicBezTo>
                    <a:pt x="14202" y="35263"/>
                    <a:pt x="13819" y="34861"/>
                    <a:pt x="13454" y="34441"/>
                  </a:cubicBezTo>
                  <a:cubicBezTo>
                    <a:pt x="9639" y="30261"/>
                    <a:pt x="6919" y="26391"/>
                    <a:pt x="5075" y="22904"/>
                  </a:cubicBezTo>
                  <a:cubicBezTo>
                    <a:pt x="365" y="13977"/>
                    <a:pt x="1442" y="7424"/>
                    <a:pt x="4965" y="3773"/>
                  </a:cubicBezTo>
                  <a:cubicBezTo>
                    <a:pt x="6704" y="1955"/>
                    <a:pt x="9022" y="960"/>
                    <a:pt x="11064" y="960"/>
                  </a:cubicBezTo>
                  <a:cubicBezTo>
                    <a:pt x="12281" y="960"/>
                    <a:pt x="13400" y="1314"/>
                    <a:pt x="14239" y="2057"/>
                  </a:cubicBezTo>
                  <a:cubicBezTo>
                    <a:pt x="15736" y="3353"/>
                    <a:pt x="16740" y="5124"/>
                    <a:pt x="17050" y="7077"/>
                  </a:cubicBezTo>
                  <a:cubicBezTo>
                    <a:pt x="17342" y="6895"/>
                    <a:pt x="17616" y="6694"/>
                    <a:pt x="17908" y="6511"/>
                  </a:cubicBezTo>
                  <a:cubicBezTo>
                    <a:pt x="17488" y="4503"/>
                    <a:pt x="16411" y="2678"/>
                    <a:pt x="14860" y="1345"/>
                  </a:cubicBezTo>
                  <a:cubicBezTo>
                    <a:pt x="13825" y="437"/>
                    <a:pt x="12475" y="1"/>
                    <a:pt x="11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1" name="Google Shape;751;p8"/>
            <p:cNvSpPr/>
            <p:nvPr/>
          </p:nvSpPr>
          <p:spPr>
            <a:xfrm>
              <a:off x="1384200" y="2840040"/>
              <a:ext cx="116640" cy="115920"/>
            </a:xfrm>
            <a:custGeom>
              <a:rect b="b" l="l" r="r" t="t"/>
              <a:pathLst>
                <a:path extrusionOk="0" h="2904" w="2922">
                  <a:moveTo>
                    <a:pt x="1388" y="1"/>
                  </a:moveTo>
                  <a:lnTo>
                    <a:pt x="1078" y="293"/>
                  </a:lnTo>
                  <a:lnTo>
                    <a:pt x="384" y="950"/>
                  </a:lnTo>
                  <a:lnTo>
                    <a:pt x="1" y="1315"/>
                  </a:lnTo>
                  <a:cubicBezTo>
                    <a:pt x="421" y="1753"/>
                    <a:pt x="841" y="2191"/>
                    <a:pt x="1279" y="2629"/>
                  </a:cubicBezTo>
                  <a:lnTo>
                    <a:pt x="1571" y="2903"/>
                  </a:lnTo>
                  <a:lnTo>
                    <a:pt x="2246" y="2228"/>
                  </a:lnTo>
                  <a:lnTo>
                    <a:pt x="2575" y="1881"/>
                  </a:lnTo>
                  <a:lnTo>
                    <a:pt x="2922" y="1552"/>
                  </a:lnTo>
                  <a:cubicBezTo>
                    <a:pt x="2812" y="1443"/>
                    <a:pt x="2721" y="1351"/>
                    <a:pt x="2611" y="1242"/>
                  </a:cubicBezTo>
                  <a:cubicBezTo>
                    <a:pt x="2192" y="822"/>
                    <a:pt x="1790" y="402"/>
                    <a:pt x="13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2" name="Google Shape;752;p8"/>
            <p:cNvSpPr/>
            <p:nvPr/>
          </p:nvSpPr>
          <p:spPr>
            <a:xfrm>
              <a:off x="1386720" y="2872080"/>
              <a:ext cx="321840" cy="268920"/>
            </a:xfrm>
            <a:custGeom>
              <a:rect b="b" l="l" r="r" t="t"/>
              <a:pathLst>
                <a:path extrusionOk="0" h="6731" w="8061">
                  <a:moveTo>
                    <a:pt x="4231" y="1"/>
                  </a:moveTo>
                  <a:cubicBezTo>
                    <a:pt x="3739" y="1"/>
                    <a:pt x="3239" y="108"/>
                    <a:pt x="2767" y="334"/>
                  </a:cubicBezTo>
                  <a:cubicBezTo>
                    <a:pt x="2693" y="371"/>
                    <a:pt x="2620" y="426"/>
                    <a:pt x="2547" y="462"/>
                  </a:cubicBezTo>
                  <a:cubicBezTo>
                    <a:pt x="2401" y="535"/>
                    <a:pt x="2274" y="626"/>
                    <a:pt x="2146" y="718"/>
                  </a:cubicBezTo>
                  <a:cubicBezTo>
                    <a:pt x="1890" y="919"/>
                    <a:pt x="1671" y="1138"/>
                    <a:pt x="1489" y="1411"/>
                  </a:cubicBezTo>
                  <a:cubicBezTo>
                    <a:pt x="1379" y="1539"/>
                    <a:pt x="1288" y="1685"/>
                    <a:pt x="1215" y="1831"/>
                  </a:cubicBezTo>
                  <a:cubicBezTo>
                    <a:pt x="1" y="4199"/>
                    <a:pt x="1852" y="6730"/>
                    <a:pt x="4179" y="6730"/>
                  </a:cubicBezTo>
                  <a:cubicBezTo>
                    <a:pt x="4651" y="6730"/>
                    <a:pt x="5143" y="6626"/>
                    <a:pt x="5633" y="6395"/>
                  </a:cubicBezTo>
                  <a:lnTo>
                    <a:pt x="5633" y="6413"/>
                  </a:lnTo>
                  <a:cubicBezTo>
                    <a:pt x="7330" y="5628"/>
                    <a:pt x="8060" y="3602"/>
                    <a:pt x="7276" y="1923"/>
                  </a:cubicBezTo>
                  <a:cubicBezTo>
                    <a:pt x="6698" y="702"/>
                    <a:pt x="5489" y="1"/>
                    <a:pt x="42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3" name="Google Shape;753;p8"/>
            <p:cNvSpPr/>
            <p:nvPr/>
          </p:nvSpPr>
          <p:spPr>
            <a:xfrm>
              <a:off x="1469160" y="2936520"/>
              <a:ext cx="171360" cy="139320"/>
            </a:xfrm>
            <a:custGeom>
              <a:rect b="b" l="l" r="r" t="t"/>
              <a:pathLst>
                <a:path extrusionOk="0" h="3493" w="4290">
                  <a:moveTo>
                    <a:pt x="2130" y="1"/>
                  </a:moveTo>
                  <a:cubicBezTo>
                    <a:pt x="921" y="1"/>
                    <a:pt x="0" y="1291"/>
                    <a:pt x="565" y="2500"/>
                  </a:cubicBezTo>
                  <a:cubicBezTo>
                    <a:pt x="856" y="3120"/>
                    <a:pt x="1480" y="3493"/>
                    <a:pt x="2135" y="3493"/>
                  </a:cubicBezTo>
                  <a:cubicBezTo>
                    <a:pt x="2386" y="3493"/>
                    <a:pt x="2641" y="3438"/>
                    <a:pt x="2884" y="3322"/>
                  </a:cubicBezTo>
                  <a:cubicBezTo>
                    <a:pt x="4290" y="2664"/>
                    <a:pt x="4198" y="638"/>
                    <a:pt x="2738" y="109"/>
                  </a:cubicBezTo>
                  <a:cubicBezTo>
                    <a:pt x="2531" y="35"/>
                    <a:pt x="2327" y="1"/>
                    <a:pt x="21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9825" lIns="91425" spcFirstLastPara="1" rIns="91425" wrap="square" tIns="69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4" name="Google Shape;754;p8"/>
            <p:cNvSpPr/>
            <p:nvPr/>
          </p:nvSpPr>
          <p:spPr>
            <a:xfrm>
              <a:off x="1522080" y="2980080"/>
              <a:ext cx="64800" cy="52200"/>
            </a:xfrm>
            <a:custGeom>
              <a:rect b="b" l="l" r="r" t="t"/>
              <a:pathLst>
                <a:path extrusionOk="0" h="1315" w="1626">
                  <a:moveTo>
                    <a:pt x="795" y="1"/>
                  </a:moveTo>
                  <a:cubicBezTo>
                    <a:pt x="347" y="1"/>
                    <a:pt x="1" y="482"/>
                    <a:pt x="220" y="937"/>
                  </a:cubicBezTo>
                  <a:cubicBezTo>
                    <a:pt x="338" y="1173"/>
                    <a:pt x="570" y="1315"/>
                    <a:pt x="813" y="1315"/>
                  </a:cubicBezTo>
                  <a:cubicBezTo>
                    <a:pt x="908" y="1315"/>
                    <a:pt x="1004" y="1293"/>
                    <a:pt x="1096" y="1247"/>
                  </a:cubicBezTo>
                  <a:cubicBezTo>
                    <a:pt x="1626" y="991"/>
                    <a:pt x="1589" y="243"/>
                    <a:pt x="1023" y="42"/>
                  </a:cubicBezTo>
                  <a:cubicBezTo>
                    <a:pt x="946" y="14"/>
                    <a:pt x="869" y="1"/>
                    <a:pt x="795" y="1"/>
                  </a:cubicBezTo>
                  <a:close/>
                </a:path>
              </a:pathLst>
            </a:custGeom>
            <a:solidFill>
              <a:srgbClr val="202632"/>
            </a:solidFill>
            <a:ln>
              <a:noFill/>
            </a:ln>
          </p:spPr>
          <p:txBody>
            <a:bodyPr anchorCtr="0" anchor="ctr" bIns="26275" lIns="91425" spcFirstLastPara="1" rIns="91425" wrap="square" tIns="2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5" name="Google Shape;755;p8"/>
            <p:cNvSpPr/>
            <p:nvPr/>
          </p:nvSpPr>
          <p:spPr>
            <a:xfrm>
              <a:off x="3313080" y="2965680"/>
              <a:ext cx="361800" cy="685080"/>
            </a:xfrm>
            <a:custGeom>
              <a:rect b="b" l="l" r="r" t="t"/>
              <a:pathLst>
                <a:path extrusionOk="0" h="17142" w="9056">
                  <a:moveTo>
                    <a:pt x="7741" y="0"/>
                  </a:moveTo>
                  <a:lnTo>
                    <a:pt x="7339" y="92"/>
                  </a:lnTo>
                  <a:lnTo>
                    <a:pt x="6792" y="220"/>
                  </a:lnTo>
                  <a:cubicBezTo>
                    <a:pt x="6828" y="384"/>
                    <a:pt x="6865" y="548"/>
                    <a:pt x="6901" y="712"/>
                  </a:cubicBezTo>
                  <a:cubicBezTo>
                    <a:pt x="6974" y="1059"/>
                    <a:pt x="7047" y="1424"/>
                    <a:pt x="7102" y="1771"/>
                  </a:cubicBezTo>
                  <a:cubicBezTo>
                    <a:pt x="7978" y="6901"/>
                    <a:pt x="7376" y="10753"/>
                    <a:pt x="5277" y="13217"/>
                  </a:cubicBezTo>
                  <a:cubicBezTo>
                    <a:pt x="4236" y="14458"/>
                    <a:pt x="2794" y="15371"/>
                    <a:pt x="987" y="15919"/>
                  </a:cubicBezTo>
                  <a:cubicBezTo>
                    <a:pt x="658" y="16339"/>
                    <a:pt x="329" y="16740"/>
                    <a:pt x="1" y="17142"/>
                  </a:cubicBezTo>
                  <a:cubicBezTo>
                    <a:pt x="2593" y="16613"/>
                    <a:pt x="4601" y="15499"/>
                    <a:pt x="6007" y="13838"/>
                  </a:cubicBezTo>
                  <a:cubicBezTo>
                    <a:pt x="8453" y="10954"/>
                    <a:pt x="9055" y="6463"/>
                    <a:pt x="7832" y="457"/>
                  </a:cubicBezTo>
                  <a:cubicBezTo>
                    <a:pt x="7796" y="311"/>
                    <a:pt x="7759" y="165"/>
                    <a:pt x="7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6" name="Google Shape;756;p8"/>
            <p:cNvSpPr/>
            <p:nvPr/>
          </p:nvSpPr>
          <p:spPr>
            <a:xfrm>
              <a:off x="3287880" y="2490480"/>
              <a:ext cx="414000" cy="312120"/>
            </a:xfrm>
            <a:custGeom>
              <a:rect b="b" l="l" r="r" t="t"/>
              <a:pathLst>
                <a:path extrusionOk="0" h="7815" w="10363">
                  <a:moveTo>
                    <a:pt x="10052" y="0"/>
                  </a:moveTo>
                  <a:cubicBezTo>
                    <a:pt x="9888" y="0"/>
                    <a:pt x="9760" y="128"/>
                    <a:pt x="9760" y="292"/>
                  </a:cubicBezTo>
                  <a:lnTo>
                    <a:pt x="9779" y="4035"/>
                  </a:lnTo>
                  <a:lnTo>
                    <a:pt x="9779" y="4163"/>
                  </a:lnTo>
                  <a:cubicBezTo>
                    <a:pt x="9724" y="5167"/>
                    <a:pt x="9085" y="6043"/>
                    <a:pt x="8136" y="6390"/>
                  </a:cubicBezTo>
                  <a:cubicBezTo>
                    <a:pt x="8081" y="6408"/>
                    <a:pt x="8008" y="6426"/>
                    <a:pt x="7953" y="6444"/>
                  </a:cubicBezTo>
                  <a:lnTo>
                    <a:pt x="5270" y="7156"/>
                  </a:lnTo>
                  <a:cubicBezTo>
                    <a:pt x="5055" y="7216"/>
                    <a:pt x="4838" y="7244"/>
                    <a:pt x="4622" y="7244"/>
                  </a:cubicBezTo>
                  <a:cubicBezTo>
                    <a:pt x="3775" y="7244"/>
                    <a:pt x="2964" y="6803"/>
                    <a:pt x="2513" y="6061"/>
                  </a:cubicBezTo>
                  <a:cubicBezTo>
                    <a:pt x="2495" y="6043"/>
                    <a:pt x="2477" y="6025"/>
                    <a:pt x="2477" y="6006"/>
                  </a:cubicBezTo>
                  <a:lnTo>
                    <a:pt x="596" y="2775"/>
                  </a:lnTo>
                  <a:cubicBezTo>
                    <a:pt x="535" y="2670"/>
                    <a:pt x="441" y="2626"/>
                    <a:pt x="350" y="2626"/>
                  </a:cubicBezTo>
                  <a:cubicBezTo>
                    <a:pt x="172" y="2626"/>
                    <a:pt x="1" y="2795"/>
                    <a:pt x="85" y="3012"/>
                  </a:cubicBezTo>
                  <a:cubicBezTo>
                    <a:pt x="85" y="3031"/>
                    <a:pt x="85" y="3049"/>
                    <a:pt x="103" y="3049"/>
                  </a:cubicBezTo>
                  <a:lnTo>
                    <a:pt x="1965" y="6280"/>
                  </a:lnTo>
                  <a:cubicBezTo>
                    <a:pt x="1984" y="6317"/>
                    <a:pt x="2002" y="6353"/>
                    <a:pt x="2039" y="6371"/>
                  </a:cubicBezTo>
                  <a:cubicBezTo>
                    <a:pt x="2294" y="6791"/>
                    <a:pt x="2641" y="7138"/>
                    <a:pt x="3061" y="7375"/>
                  </a:cubicBezTo>
                  <a:cubicBezTo>
                    <a:pt x="3152" y="7448"/>
                    <a:pt x="3262" y="7485"/>
                    <a:pt x="3371" y="7540"/>
                  </a:cubicBezTo>
                  <a:cubicBezTo>
                    <a:pt x="3462" y="7576"/>
                    <a:pt x="3554" y="7613"/>
                    <a:pt x="3645" y="7649"/>
                  </a:cubicBezTo>
                  <a:cubicBezTo>
                    <a:pt x="3966" y="7760"/>
                    <a:pt x="4293" y="7815"/>
                    <a:pt x="4619" y="7815"/>
                  </a:cubicBezTo>
                  <a:cubicBezTo>
                    <a:pt x="4886" y="7815"/>
                    <a:pt x="5153" y="7778"/>
                    <a:pt x="5416" y="7704"/>
                  </a:cubicBezTo>
                  <a:lnTo>
                    <a:pt x="8099" y="6974"/>
                  </a:lnTo>
                  <a:lnTo>
                    <a:pt x="8172" y="6956"/>
                  </a:lnTo>
                  <a:cubicBezTo>
                    <a:pt x="8720" y="6791"/>
                    <a:pt x="9213" y="6481"/>
                    <a:pt x="9596" y="6043"/>
                  </a:cubicBezTo>
                  <a:cubicBezTo>
                    <a:pt x="9669" y="5970"/>
                    <a:pt x="9724" y="5897"/>
                    <a:pt x="9797" y="5824"/>
                  </a:cubicBezTo>
                  <a:cubicBezTo>
                    <a:pt x="9852" y="5733"/>
                    <a:pt x="9925" y="5623"/>
                    <a:pt x="9979" y="5532"/>
                  </a:cubicBezTo>
                  <a:cubicBezTo>
                    <a:pt x="10199" y="5112"/>
                    <a:pt x="10326" y="4655"/>
                    <a:pt x="10363" y="4181"/>
                  </a:cubicBezTo>
                  <a:lnTo>
                    <a:pt x="10363" y="4035"/>
                  </a:lnTo>
                  <a:lnTo>
                    <a:pt x="10326" y="292"/>
                  </a:lnTo>
                  <a:cubicBezTo>
                    <a:pt x="10326" y="274"/>
                    <a:pt x="10326" y="274"/>
                    <a:pt x="10326" y="256"/>
                  </a:cubicBezTo>
                  <a:cubicBezTo>
                    <a:pt x="10308" y="110"/>
                    <a:pt x="10199" y="0"/>
                    <a:pt x="100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7" name="Google Shape;757;p8"/>
            <p:cNvSpPr/>
            <p:nvPr/>
          </p:nvSpPr>
          <p:spPr>
            <a:xfrm>
              <a:off x="3469320" y="2165400"/>
              <a:ext cx="233280" cy="687600"/>
            </a:xfrm>
            <a:custGeom>
              <a:rect b="b" l="l" r="r" t="t"/>
              <a:pathLst>
                <a:path extrusionOk="0" h="17199" w="5843">
                  <a:moveTo>
                    <a:pt x="2245" y="1"/>
                  </a:moveTo>
                  <a:cubicBezTo>
                    <a:pt x="1934" y="1"/>
                    <a:pt x="1616" y="42"/>
                    <a:pt x="1297" y="130"/>
                  </a:cubicBezTo>
                  <a:lnTo>
                    <a:pt x="256" y="404"/>
                  </a:lnTo>
                  <a:cubicBezTo>
                    <a:pt x="92" y="440"/>
                    <a:pt x="0" y="604"/>
                    <a:pt x="55" y="769"/>
                  </a:cubicBezTo>
                  <a:cubicBezTo>
                    <a:pt x="86" y="893"/>
                    <a:pt x="210" y="977"/>
                    <a:pt x="336" y="977"/>
                  </a:cubicBezTo>
                  <a:cubicBezTo>
                    <a:pt x="358" y="977"/>
                    <a:pt x="380" y="975"/>
                    <a:pt x="402" y="969"/>
                  </a:cubicBezTo>
                  <a:lnTo>
                    <a:pt x="1443" y="677"/>
                  </a:lnTo>
                  <a:cubicBezTo>
                    <a:pt x="1707" y="606"/>
                    <a:pt x="1970" y="573"/>
                    <a:pt x="2228" y="573"/>
                  </a:cubicBezTo>
                  <a:cubicBezTo>
                    <a:pt x="3823" y="573"/>
                    <a:pt x="5203" y="1862"/>
                    <a:pt x="5203" y="3543"/>
                  </a:cubicBezTo>
                  <a:lnTo>
                    <a:pt x="5276" y="16888"/>
                  </a:lnTo>
                  <a:cubicBezTo>
                    <a:pt x="5276" y="17052"/>
                    <a:pt x="5404" y="17180"/>
                    <a:pt x="5568" y="17180"/>
                  </a:cubicBezTo>
                  <a:lnTo>
                    <a:pt x="5568" y="17198"/>
                  </a:lnTo>
                  <a:cubicBezTo>
                    <a:pt x="5714" y="17180"/>
                    <a:pt x="5842" y="17052"/>
                    <a:pt x="5842" y="16906"/>
                  </a:cubicBezTo>
                  <a:lnTo>
                    <a:pt x="5787" y="3543"/>
                  </a:lnTo>
                  <a:cubicBezTo>
                    <a:pt x="5772" y="1536"/>
                    <a:pt x="4140" y="1"/>
                    <a:pt x="22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8" name="Google Shape;758;p8"/>
            <p:cNvSpPr/>
            <p:nvPr/>
          </p:nvSpPr>
          <p:spPr>
            <a:xfrm>
              <a:off x="3147480" y="2224080"/>
              <a:ext cx="336960" cy="687960"/>
            </a:xfrm>
            <a:custGeom>
              <a:rect b="b" l="l" r="r" t="t"/>
              <a:pathLst>
                <a:path extrusionOk="0" h="17215" w="8435">
                  <a:moveTo>
                    <a:pt x="4470" y="0"/>
                  </a:moveTo>
                  <a:cubicBezTo>
                    <a:pt x="4437" y="0"/>
                    <a:pt x="4401" y="6"/>
                    <a:pt x="4364" y="19"/>
                  </a:cubicBezTo>
                  <a:lnTo>
                    <a:pt x="3323" y="292"/>
                  </a:lnTo>
                  <a:cubicBezTo>
                    <a:pt x="1060" y="913"/>
                    <a:pt x="1" y="3487"/>
                    <a:pt x="1169" y="5513"/>
                  </a:cubicBezTo>
                  <a:lnTo>
                    <a:pt x="3597" y="9694"/>
                  </a:lnTo>
                  <a:lnTo>
                    <a:pt x="5551" y="13053"/>
                  </a:lnTo>
                  <a:lnTo>
                    <a:pt x="6226" y="14258"/>
                  </a:lnTo>
                  <a:lnTo>
                    <a:pt x="7869" y="17069"/>
                  </a:lnTo>
                  <a:cubicBezTo>
                    <a:pt x="7905" y="17160"/>
                    <a:pt x="8015" y="17215"/>
                    <a:pt x="8106" y="17215"/>
                  </a:cubicBezTo>
                  <a:cubicBezTo>
                    <a:pt x="8161" y="17215"/>
                    <a:pt x="8216" y="17197"/>
                    <a:pt x="8252" y="17178"/>
                  </a:cubicBezTo>
                  <a:cubicBezTo>
                    <a:pt x="8398" y="17087"/>
                    <a:pt x="8435" y="16923"/>
                    <a:pt x="8362" y="16777"/>
                  </a:cubicBezTo>
                  <a:lnTo>
                    <a:pt x="6883" y="14239"/>
                  </a:lnTo>
                  <a:lnTo>
                    <a:pt x="6737" y="13984"/>
                  </a:lnTo>
                  <a:lnTo>
                    <a:pt x="6025" y="12761"/>
                  </a:lnTo>
                  <a:lnTo>
                    <a:pt x="1680" y="5221"/>
                  </a:lnTo>
                  <a:cubicBezTo>
                    <a:pt x="695" y="3524"/>
                    <a:pt x="1571" y="1369"/>
                    <a:pt x="3469" y="858"/>
                  </a:cubicBezTo>
                  <a:lnTo>
                    <a:pt x="4510" y="566"/>
                  </a:lnTo>
                  <a:cubicBezTo>
                    <a:pt x="4872" y="484"/>
                    <a:pt x="4774" y="0"/>
                    <a:pt x="44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9" name="Google Shape;759;p8"/>
            <p:cNvSpPr/>
            <p:nvPr/>
          </p:nvSpPr>
          <p:spPr>
            <a:xfrm>
              <a:off x="3389760" y="2711520"/>
              <a:ext cx="320760" cy="288000"/>
            </a:xfrm>
            <a:custGeom>
              <a:rect b="b" l="l" r="r" t="t"/>
              <a:pathLst>
                <a:path extrusionOk="0" h="7213" w="8033">
                  <a:moveTo>
                    <a:pt x="7047" y="1"/>
                  </a:moveTo>
                  <a:lnTo>
                    <a:pt x="7047" y="530"/>
                  </a:lnTo>
                  <a:lnTo>
                    <a:pt x="7065" y="4601"/>
                  </a:lnTo>
                  <a:cubicBezTo>
                    <a:pt x="7065" y="5130"/>
                    <a:pt x="6719" y="5587"/>
                    <a:pt x="6207" y="5733"/>
                  </a:cubicBezTo>
                  <a:lnTo>
                    <a:pt x="5477" y="5934"/>
                  </a:lnTo>
                  <a:lnTo>
                    <a:pt x="4455" y="6207"/>
                  </a:lnTo>
                  <a:cubicBezTo>
                    <a:pt x="4349" y="6238"/>
                    <a:pt x="4242" y="6252"/>
                    <a:pt x="4137" y="6252"/>
                  </a:cubicBezTo>
                  <a:cubicBezTo>
                    <a:pt x="3736" y="6252"/>
                    <a:pt x="3361" y="6040"/>
                    <a:pt x="3159" y="5678"/>
                  </a:cubicBezTo>
                  <a:lnTo>
                    <a:pt x="1096" y="2137"/>
                  </a:lnTo>
                  <a:lnTo>
                    <a:pt x="840" y="1680"/>
                  </a:lnTo>
                  <a:lnTo>
                    <a:pt x="676" y="1771"/>
                  </a:lnTo>
                  <a:lnTo>
                    <a:pt x="512" y="1863"/>
                  </a:lnTo>
                  <a:lnTo>
                    <a:pt x="165" y="2064"/>
                  </a:lnTo>
                  <a:lnTo>
                    <a:pt x="1" y="2155"/>
                  </a:lnTo>
                  <a:lnTo>
                    <a:pt x="2319" y="6153"/>
                  </a:lnTo>
                  <a:cubicBezTo>
                    <a:pt x="2700" y="6812"/>
                    <a:pt x="3411" y="7213"/>
                    <a:pt x="4149" y="7213"/>
                  </a:cubicBezTo>
                  <a:cubicBezTo>
                    <a:pt x="4330" y="7213"/>
                    <a:pt x="4512" y="7189"/>
                    <a:pt x="4692" y="7138"/>
                  </a:cubicBezTo>
                  <a:lnTo>
                    <a:pt x="4984" y="7065"/>
                  </a:lnTo>
                  <a:lnTo>
                    <a:pt x="5349" y="6956"/>
                  </a:lnTo>
                  <a:lnTo>
                    <a:pt x="5897" y="6810"/>
                  </a:lnTo>
                  <a:lnTo>
                    <a:pt x="6463" y="6664"/>
                  </a:lnTo>
                  <a:cubicBezTo>
                    <a:pt x="7394" y="6408"/>
                    <a:pt x="8033" y="5568"/>
                    <a:pt x="8033" y="4601"/>
                  </a:cubicBezTo>
                  <a:lnTo>
                    <a:pt x="80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0" name="Google Shape;760;p8"/>
            <p:cNvSpPr/>
            <p:nvPr/>
          </p:nvSpPr>
          <p:spPr>
            <a:xfrm>
              <a:off x="2155320" y="1702080"/>
              <a:ext cx="509400" cy="339120"/>
            </a:xfrm>
            <a:custGeom>
              <a:rect b="b" l="l" r="r" t="t"/>
              <a:pathLst>
                <a:path extrusionOk="0" h="8490" w="12743">
                  <a:moveTo>
                    <a:pt x="7467" y="1"/>
                  </a:moveTo>
                  <a:cubicBezTo>
                    <a:pt x="3724" y="1"/>
                    <a:pt x="2830" y="2940"/>
                    <a:pt x="0" y="3214"/>
                  </a:cubicBezTo>
                  <a:lnTo>
                    <a:pt x="1935" y="8490"/>
                  </a:lnTo>
                  <a:lnTo>
                    <a:pt x="11373" y="8490"/>
                  </a:lnTo>
                  <a:lnTo>
                    <a:pt x="12742" y="3177"/>
                  </a:lnTo>
                  <a:cubicBezTo>
                    <a:pt x="10406" y="2392"/>
                    <a:pt x="10132" y="1"/>
                    <a:pt x="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1" name="Google Shape;761;p8"/>
            <p:cNvSpPr/>
            <p:nvPr/>
          </p:nvSpPr>
          <p:spPr>
            <a:xfrm>
              <a:off x="2453760" y="1809360"/>
              <a:ext cx="39960" cy="108360"/>
            </a:xfrm>
            <a:custGeom>
              <a:rect b="b" l="l" r="r" t="t"/>
              <a:pathLst>
                <a:path extrusionOk="0" h="2721" w="1005">
                  <a:moveTo>
                    <a:pt x="329" y="0"/>
                  </a:moveTo>
                  <a:lnTo>
                    <a:pt x="1" y="2611"/>
                  </a:lnTo>
                  <a:lnTo>
                    <a:pt x="859" y="2720"/>
                  </a:lnTo>
                  <a:lnTo>
                    <a:pt x="1005" y="7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6663"/>
            </a:solidFill>
            <a:ln>
              <a:noFill/>
            </a:ln>
          </p:spPr>
          <p:txBody>
            <a:bodyPr anchorCtr="0" anchor="ctr" bIns="54350" lIns="91425" spcFirstLastPara="1" rIns="91425" wrap="square" tIns="54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2" name="Google Shape;762;p8"/>
            <p:cNvSpPr/>
            <p:nvPr/>
          </p:nvSpPr>
          <p:spPr>
            <a:xfrm>
              <a:off x="2423160" y="1839960"/>
              <a:ext cx="108360" cy="39960"/>
            </a:xfrm>
            <a:custGeom>
              <a:rect b="b" l="l" r="r" t="t"/>
              <a:pathLst>
                <a:path extrusionOk="0" h="1005" w="2721">
                  <a:moveTo>
                    <a:pt x="92" y="0"/>
                  </a:moveTo>
                  <a:lnTo>
                    <a:pt x="1" y="858"/>
                  </a:lnTo>
                  <a:lnTo>
                    <a:pt x="2630" y="1004"/>
                  </a:lnTo>
                  <a:lnTo>
                    <a:pt x="2721" y="329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FF6663"/>
            </a:solidFill>
            <a:ln>
              <a:noFill/>
            </a:ln>
          </p:spPr>
          <p:txBody>
            <a:bodyPr anchorCtr="0" anchor="ctr" bIns="20150" lIns="91425" spcFirstLastPara="1" rIns="91425" wrap="square" tIns="20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3" name="Google Shape;763;p8"/>
            <p:cNvSpPr/>
            <p:nvPr/>
          </p:nvSpPr>
          <p:spPr>
            <a:xfrm>
              <a:off x="2832840" y="3432960"/>
              <a:ext cx="271080" cy="234720"/>
            </a:xfrm>
            <a:custGeom>
              <a:rect b="b" l="l" r="r" t="t"/>
              <a:pathLst>
                <a:path extrusionOk="0" h="5879" w="6791">
                  <a:moveTo>
                    <a:pt x="6681" y="1"/>
                  </a:moveTo>
                  <a:lnTo>
                    <a:pt x="6681" y="1"/>
                  </a:lnTo>
                  <a:cubicBezTo>
                    <a:pt x="3633" y="202"/>
                    <a:pt x="0" y="2830"/>
                    <a:pt x="0" y="2830"/>
                  </a:cubicBezTo>
                  <a:lnTo>
                    <a:pt x="1077" y="5879"/>
                  </a:lnTo>
                  <a:cubicBezTo>
                    <a:pt x="6791" y="2465"/>
                    <a:pt x="6681" y="1"/>
                    <a:pt x="6681" y="1"/>
                  </a:cubicBezTo>
                  <a:close/>
                </a:path>
              </a:pathLst>
            </a:custGeom>
            <a:solidFill>
              <a:srgbClr val="2026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4" name="Google Shape;764;p8"/>
            <p:cNvSpPr/>
            <p:nvPr/>
          </p:nvSpPr>
          <p:spPr>
            <a:xfrm>
              <a:off x="1563120" y="3445560"/>
              <a:ext cx="336240" cy="269640"/>
            </a:xfrm>
            <a:custGeom>
              <a:rect b="b" l="l" r="r" t="t"/>
              <a:pathLst>
                <a:path extrusionOk="0" h="6755" w="8417">
                  <a:moveTo>
                    <a:pt x="512" y="0"/>
                  </a:moveTo>
                  <a:cubicBezTo>
                    <a:pt x="512" y="0"/>
                    <a:pt x="0" y="3688"/>
                    <a:pt x="8270" y="6754"/>
                  </a:cubicBezTo>
                  <a:lnTo>
                    <a:pt x="8416" y="3268"/>
                  </a:lnTo>
                  <a:cubicBezTo>
                    <a:pt x="8416" y="3268"/>
                    <a:pt x="5094" y="73"/>
                    <a:pt x="512" y="0"/>
                  </a:cubicBezTo>
                  <a:close/>
                </a:path>
              </a:pathLst>
            </a:custGeom>
            <a:solidFill>
              <a:srgbClr val="2026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5" name="Google Shape;765;p8"/>
            <p:cNvSpPr/>
            <p:nvPr/>
          </p:nvSpPr>
          <p:spPr>
            <a:xfrm>
              <a:off x="1584360" y="2781720"/>
              <a:ext cx="1515240" cy="1334880"/>
            </a:xfrm>
            <a:custGeom>
              <a:rect b="b" l="l" r="r" t="t"/>
              <a:pathLst>
                <a:path extrusionOk="0" h="33386" w="37899">
                  <a:moveTo>
                    <a:pt x="16303" y="0"/>
                  </a:moveTo>
                  <a:cubicBezTo>
                    <a:pt x="16303" y="0"/>
                    <a:pt x="15591" y="146"/>
                    <a:pt x="14514" y="402"/>
                  </a:cubicBezTo>
                  <a:cubicBezTo>
                    <a:pt x="14002" y="530"/>
                    <a:pt x="13418" y="694"/>
                    <a:pt x="12779" y="858"/>
                  </a:cubicBezTo>
                  <a:cubicBezTo>
                    <a:pt x="10753" y="1424"/>
                    <a:pt x="8307" y="2209"/>
                    <a:pt x="6755" y="3140"/>
                  </a:cubicBezTo>
                  <a:cubicBezTo>
                    <a:pt x="4638" y="4418"/>
                    <a:pt x="2191" y="10460"/>
                    <a:pt x="895" y="14002"/>
                  </a:cubicBezTo>
                  <a:cubicBezTo>
                    <a:pt x="859" y="14111"/>
                    <a:pt x="841" y="14203"/>
                    <a:pt x="804" y="14294"/>
                  </a:cubicBezTo>
                  <a:cubicBezTo>
                    <a:pt x="311" y="15681"/>
                    <a:pt x="1" y="16612"/>
                    <a:pt x="1" y="16612"/>
                  </a:cubicBezTo>
                  <a:cubicBezTo>
                    <a:pt x="1" y="16612"/>
                    <a:pt x="512" y="16722"/>
                    <a:pt x="1297" y="16941"/>
                  </a:cubicBezTo>
                  <a:lnTo>
                    <a:pt x="1480" y="16996"/>
                  </a:lnTo>
                  <a:cubicBezTo>
                    <a:pt x="2593" y="17306"/>
                    <a:pt x="3707" y="17671"/>
                    <a:pt x="4784" y="18109"/>
                  </a:cubicBezTo>
                  <a:lnTo>
                    <a:pt x="4911" y="18182"/>
                  </a:lnTo>
                  <a:cubicBezTo>
                    <a:pt x="5806" y="18547"/>
                    <a:pt x="6646" y="18985"/>
                    <a:pt x="7431" y="19515"/>
                  </a:cubicBezTo>
                  <a:cubicBezTo>
                    <a:pt x="7577" y="19624"/>
                    <a:pt x="7686" y="19697"/>
                    <a:pt x="7759" y="19752"/>
                  </a:cubicBezTo>
                  <a:lnTo>
                    <a:pt x="7851" y="19825"/>
                  </a:lnTo>
                  <a:lnTo>
                    <a:pt x="7887" y="19843"/>
                  </a:lnTo>
                  <a:cubicBezTo>
                    <a:pt x="7997" y="19935"/>
                    <a:pt x="8106" y="20026"/>
                    <a:pt x="8197" y="20117"/>
                  </a:cubicBezTo>
                  <a:cubicBezTo>
                    <a:pt x="8270" y="20172"/>
                    <a:pt x="8307" y="20227"/>
                    <a:pt x="8380" y="20282"/>
                  </a:cubicBezTo>
                  <a:lnTo>
                    <a:pt x="7285" y="27219"/>
                  </a:lnTo>
                  <a:lnTo>
                    <a:pt x="6646" y="31216"/>
                  </a:lnTo>
                  <a:cubicBezTo>
                    <a:pt x="10405" y="32658"/>
                    <a:pt x="14375" y="33385"/>
                    <a:pt x="18354" y="33385"/>
                  </a:cubicBezTo>
                  <a:cubicBezTo>
                    <a:pt x="20674" y="33385"/>
                    <a:pt x="22998" y="33138"/>
                    <a:pt x="25284" y="32640"/>
                  </a:cubicBezTo>
                  <a:lnTo>
                    <a:pt x="25540" y="32567"/>
                  </a:lnTo>
                  <a:cubicBezTo>
                    <a:pt x="28570" y="31892"/>
                    <a:pt x="31491" y="30778"/>
                    <a:pt x="34193" y="29263"/>
                  </a:cubicBezTo>
                  <a:cubicBezTo>
                    <a:pt x="34047" y="28697"/>
                    <a:pt x="33901" y="28131"/>
                    <a:pt x="33754" y="27547"/>
                  </a:cubicBezTo>
                  <a:cubicBezTo>
                    <a:pt x="33280" y="25649"/>
                    <a:pt x="32750" y="23695"/>
                    <a:pt x="32294" y="22125"/>
                  </a:cubicBezTo>
                  <a:cubicBezTo>
                    <a:pt x="32039" y="21194"/>
                    <a:pt x="31728" y="20282"/>
                    <a:pt x="31363" y="19387"/>
                  </a:cubicBezTo>
                  <a:cubicBezTo>
                    <a:pt x="31363" y="19351"/>
                    <a:pt x="31345" y="19314"/>
                    <a:pt x="31327" y="19296"/>
                  </a:cubicBezTo>
                  <a:cubicBezTo>
                    <a:pt x="31308" y="19241"/>
                    <a:pt x="31272" y="19205"/>
                    <a:pt x="31254" y="19150"/>
                  </a:cubicBezTo>
                  <a:cubicBezTo>
                    <a:pt x="31235" y="19132"/>
                    <a:pt x="31235" y="19132"/>
                    <a:pt x="31217" y="19113"/>
                  </a:cubicBezTo>
                  <a:lnTo>
                    <a:pt x="31308" y="19058"/>
                  </a:lnTo>
                  <a:cubicBezTo>
                    <a:pt x="31345" y="19040"/>
                    <a:pt x="31436" y="19004"/>
                    <a:pt x="31473" y="18967"/>
                  </a:cubicBezTo>
                  <a:cubicBezTo>
                    <a:pt x="31509" y="18949"/>
                    <a:pt x="31546" y="18931"/>
                    <a:pt x="31582" y="18912"/>
                  </a:cubicBezTo>
                  <a:cubicBezTo>
                    <a:pt x="32896" y="18219"/>
                    <a:pt x="34229" y="17598"/>
                    <a:pt x="35616" y="17050"/>
                  </a:cubicBezTo>
                  <a:lnTo>
                    <a:pt x="35653" y="17032"/>
                  </a:lnTo>
                  <a:cubicBezTo>
                    <a:pt x="35909" y="16941"/>
                    <a:pt x="36164" y="16850"/>
                    <a:pt x="36420" y="16758"/>
                  </a:cubicBezTo>
                  <a:lnTo>
                    <a:pt x="36493" y="16722"/>
                  </a:lnTo>
                  <a:lnTo>
                    <a:pt x="36621" y="16685"/>
                  </a:lnTo>
                  <a:cubicBezTo>
                    <a:pt x="37040" y="16539"/>
                    <a:pt x="37479" y="16411"/>
                    <a:pt x="37898" y="16284"/>
                  </a:cubicBezTo>
                  <a:cubicBezTo>
                    <a:pt x="37898" y="16284"/>
                    <a:pt x="37570" y="15426"/>
                    <a:pt x="37077" y="14148"/>
                  </a:cubicBezTo>
                  <a:lnTo>
                    <a:pt x="36967" y="13892"/>
                  </a:lnTo>
                  <a:cubicBezTo>
                    <a:pt x="35397" y="10095"/>
                    <a:pt x="32239" y="3067"/>
                    <a:pt x="30396" y="2538"/>
                  </a:cubicBezTo>
                  <a:cubicBezTo>
                    <a:pt x="29465" y="2264"/>
                    <a:pt x="28497" y="2026"/>
                    <a:pt x="27603" y="1807"/>
                  </a:cubicBezTo>
                  <a:cubicBezTo>
                    <a:pt x="27128" y="1680"/>
                    <a:pt x="26672" y="1588"/>
                    <a:pt x="26233" y="1479"/>
                  </a:cubicBezTo>
                  <a:lnTo>
                    <a:pt x="25229" y="1260"/>
                  </a:lnTo>
                  <a:cubicBezTo>
                    <a:pt x="23933" y="986"/>
                    <a:pt x="23057" y="822"/>
                    <a:pt x="23057" y="822"/>
                  </a:cubicBezTo>
                  <a:lnTo>
                    <a:pt x="21158" y="584"/>
                  </a:lnTo>
                  <a:lnTo>
                    <a:pt x="163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6" name="Google Shape;766;p8"/>
            <p:cNvSpPr/>
            <p:nvPr/>
          </p:nvSpPr>
          <p:spPr>
            <a:xfrm>
              <a:off x="2710800" y="3052440"/>
              <a:ext cx="133200" cy="488520"/>
            </a:xfrm>
            <a:custGeom>
              <a:rect b="b" l="l" r="r" t="t"/>
              <a:pathLst>
                <a:path extrusionOk="0" h="12225" w="3342">
                  <a:moveTo>
                    <a:pt x="379" y="0"/>
                  </a:moveTo>
                  <a:cubicBezTo>
                    <a:pt x="367" y="0"/>
                    <a:pt x="354" y="6"/>
                    <a:pt x="347" y="20"/>
                  </a:cubicBezTo>
                  <a:cubicBezTo>
                    <a:pt x="92" y="367"/>
                    <a:pt x="92" y="988"/>
                    <a:pt x="55" y="1444"/>
                  </a:cubicBezTo>
                  <a:cubicBezTo>
                    <a:pt x="0" y="1992"/>
                    <a:pt x="0" y="2539"/>
                    <a:pt x="37" y="3087"/>
                  </a:cubicBezTo>
                  <a:cubicBezTo>
                    <a:pt x="146" y="4054"/>
                    <a:pt x="457" y="4985"/>
                    <a:pt x="968" y="5825"/>
                  </a:cubicBezTo>
                  <a:cubicBezTo>
                    <a:pt x="1461" y="6647"/>
                    <a:pt x="2063" y="7377"/>
                    <a:pt x="2465" y="8253"/>
                  </a:cubicBezTo>
                  <a:cubicBezTo>
                    <a:pt x="3031" y="9476"/>
                    <a:pt x="2921" y="10718"/>
                    <a:pt x="2720" y="12014"/>
                  </a:cubicBezTo>
                  <a:cubicBezTo>
                    <a:pt x="2710" y="12149"/>
                    <a:pt x="2800" y="12225"/>
                    <a:pt x="2886" y="12225"/>
                  </a:cubicBezTo>
                  <a:cubicBezTo>
                    <a:pt x="2952" y="12225"/>
                    <a:pt x="3015" y="12181"/>
                    <a:pt x="3031" y="12087"/>
                  </a:cubicBezTo>
                  <a:cubicBezTo>
                    <a:pt x="3195" y="11010"/>
                    <a:pt x="3341" y="9878"/>
                    <a:pt x="3013" y="8801"/>
                  </a:cubicBezTo>
                  <a:cubicBezTo>
                    <a:pt x="2720" y="7906"/>
                    <a:pt x="2191" y="7140"/>
                    <a:pt x="1698" y="6391"/>
                  </a:cubicBezTo>
                  <a:cubicBezTo>
                    <a:pt x="1114" y="5515"/>
                    <a:pt x="585" y="4639"/>
                    <a:pt x="384" y="3562"/>
                  </a:cubicBezTo>
                  <a:cubicBezTo>
                    <a:pt x="256" y="2886"/>
                    <a:pt x="238" y="2192"/>
                    <a:pt x="311" y="1499"/>
                  </a:cubicBezTo>
                  <a:cubicBezTo>
                    <a:pt x="347" y="1042"/>
                    <a:pt x="530" y="476"/>
                    <a:pt x="420" y="38"/>
                  </a:cubicBezTo>
                  <a:cubicBezTo>
                    <a:pt x="420" y="16"/>
                    <a:pt x="399" y="0"/>
                    <a:pt x="3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7" name="Google Shape;767;p8"/>
            <p:cNvSpPr/>
            <p:nvPr/>
          </p:nvSpPr>
          <p:spPr>
            <a:xfrm>
              <a:off x="2818440" y="3325680"/>
              <a:ext cx="239760" cy="80640"/>
            </a:xfrm>
            <a:custGeom>
              <a:rect b="b" l="l" r="r" t="t"/>
              <a:pathLst>
                <a:path extrusionOk="0" h="2029" w="6002">
                  <a:moveTo>
                    <a:pt x="5874" y="0"/>
                  </a:moveTo>
                  <a:cubicBezTo>
                    <a:pt x="4852" y="110"/>
                    <a:pt x="3866" y="311"/>
                    <a:pt x="2898" y="621"/>
                  </a:cubicBezTo>
                  <a:cubicBezTo>
                    <a:pt x="1894" y="895"/>
                    <a:pt x="945" y="1315"/>
                    <a:pt x="69" y="1862"/>
                  </a:cubicBezTo>
                  <a:cubicBezTo>
                    <a:pt x="1" y="1913"/>
                    <a:pt x="44" y="2028"/>
                    <a:pt x="110" y="2028"/>
                  </a:cubicBezTo>
                  <a:cubicBezTo>
                    <a:pt x="114" y="2028"/>
                    <a:pt x="119" y="2028"/>
                    <a:pt x="124" y="2027"/>
                  </a:cubicBezTo>
                  <a:cubicBezTo>
                    <a:pt x="1036" y="1643"/>
                    <a:pt x="1949" y="1187"/>
                    <a:pt x="2880" y="895"/>
                  </a:cubicBezTo>
                  <a:cubicBezTo>
                    <a:pt x="3848" y="603"/>
                    <a:pt x="4852" y="384"/>
                    <a:pt x="5874" y="274"/>
                  </a:cubicBezTo>
                  <a:cubicBezTo>
                    <a:pt x="6002" y="274"/>
                    <a:pt x="6002" y="0"/>
                    <a:pt x="58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0300" lIns="91425" spcFirstLastPara="1" rIns="91425" wrap="square" tIns="40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8" name="Google Shape;768;p8"/>
            <p:cNvSpPr/>
            <p:nvPr/>
          </p:nvSpPr>
          <p:spPr>
            <a:xfrm>
              <a:off x="2516040" y="3341880"/>
              <a:ext cx="91800" cy="745200"/>
            </a:xfrm>
            <a:custGeom>
              <a:rect b="b" l="l" r="r" t="t"/>
              <a:pathLst>
                <a:path extrusionOk="0" h="18640" w="2301">
                  <a:moveTo>
                    <a:pt x="92" y="1"/>
                  </a:moveTo>
                  <a:cubicBezTo>
                    <a:pt x="37" y="19"/>
                    <a:pt x="0" y="74"/>
                    <a:pt x="19" y="129"/>
                  </a:cubicBezTo>
                  <a:cubicBezTo>
                    <a:pt x="329" y="1699"/>
                    <a:pt x="658" y="3250"/>
                    <a:pt x="931" y="4820"/>
                  </a:cubicBezTo>
                  <a:cubicBezTo>
                    <a:pt x="1223" y="6463"/>
                    <a:pt x="1461" y="8106"/>
                    <a:pt x="1643" y="9786"/>
                  </a:cubicBezTo>
                  <a:cubicBezTo>
                    <a:pt x="1662" y="9859"/>
                    <a:pt x="1662" y="9913"/>
                    <a:pt x="1662" y="9986"/>
                  </a:cubicBezTo>
                  <a:cubicBezTo>
                    <a:pt x="1698" y="10351"/>
                    <a:pt x="1735" y="10698"/>
                    <a:pt x="1771" y="11063"/>
                  </a:cubicBezTo>
                  <a:lnTo>
                    <a:pt x="1771" y="11191"/>
                  </a:lnTo>
                  <a:cubicBezTo>
                    <a:pt x="1972" y="13656"/>
                    <a:pt x="2045" y="16157"/>
                    <a:pt x="1990" y="18639"/>
                  </a:cubicBezTo>
                  <a:lnTo>
                    <a:pt x="2246" y="18566"/>
                  </a:lnTo>
                  <a:cubicBezTo>
                    <a:pt x="2300" y="16102"/>
                    <a:pt x="2227" y="13619"/>
                    <a:pt x="2027" y="11155"/>
                  </a:cubicBezTo>
                  <a:cubicBezTo>
                    <a:pt x="1990" y="10735"/>
                    <a:pt x="1954" y="10333"/>
                    <a:pt x="1917" y="9932"/>
                  </a:cubicBezTo>
                  <a:cubicBezTo>
                    <a:pt x="1917" y="9895"/>
                    <a:pt x="1899" y="9859"/>
                    <a:pt x="1899" y="9822"/>
                  </a:cubicBezTo>
                  <a:cubicBezTo>
                    <a:pt x="1735" y="8197"/>
                    <a:pt x="1515" y="6591"/>
                    <a:pt x="1242" y="4966"/>
                  </a:cubicBezTo>
                  <a:cubicBezTo>
                    <a:pt x="1223" y="4930"/>
                    <a:pt x="1223" y="4875"/>
                    <a:pt x="1223" y="4838"/>
                  </a:cubicBezTo>
                  <a:cubicBezTo>
                    <a:pt x="950" y="3232"/>
                    <a:pt x="639" y="1626"/>
                    <a:pt x="201" y="74"/>
                  </a:cubicBezTo>
                  <a:cubicBezTo>
                    <a:pt x="201" y="37"/>
                    <a:pt x="183" y="19"/>
                    <a:pt x="1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9" name="Google Shape;769;p8"/>
            <p:cNvSpPr/>
            <p:nvPr/>
          </p:nvSpPr>
          <p:spPr>
            <a:xfrm>
              <a:off x="2631240" y="3219120"/>
              <a:ext cx="200520" cy="242640"/>
            </a:xfrm>
            <a:custGeom>
              <a:rect b="b" l="l" r="r" t="t"/>
              <a:pathLst>
                <a:path extrusionOk="0" fill="none" h="6080" w="5021">
                  <a:moveTo>
                    <a:pt x="1" y="5295"/>
                  </a:moveTo>
                  <a:cubicBezTo>
                    <a:pt x="1" y="5295"/>
                    <a:pt x="1461" y="6080"/>
                    <a:pt x="2118" y="5496"/>
                  </a:cubicBezTo>
                  <a:cubicBezTo>
                    <a:pt x="2794" y="4912"/>
                    <a:pt x="5021" y="1"/>
                    <a:pt x="5021" y="1"/>
                  </a:cubicBezTo>
                </a:path>
              </a:pathLst>
            </a:custGeom>
            <a:noFill/>
            <a:ln cap="flat" cmpd="sng" w="9525">
              <a:solidFill>
                <a:srgbClr val="E6EE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0" name="Google Shape;770;p8"/>
            <p:cNvSpPr/>
            <p:nvPr/>
          </p:nvSpPr>
          <p:spPr>
            <a:xfrm>
              <a:off x="2638440" y="3219120"/>
              <a:ext cx="200520" cy="243720"/>
            </a:xfrm>
            <a:custGeom>
              <a:rect b="b" l="l" r="r" t="t"/>
              <a:pathLst>
                <a:path extrusionOk="0" fill="none" h="6099" w="5021">
                  <a:moveTo>
                    <a:pt x="5020" y="5295"/>
                  </a:moveTo>
                  <a:cubicBezTo>
                    <a:pt x="5020" y="5295"/>
                    <a:pt x="3560" y="6098"/>
                    <a:pt x="2903" y="5514"/>
                  </a:cubicBezTo>
                  <a:cubicBezTo>
                    <a:pt x="2227" y="4930"/>
                    <a:pt x="0" y="1"/>
                    <a:pt x="0" y="1"/>
                  </a:cubicBezTo>
                </a:path>
              </a:pathLst>
            </a:custGeom>
            <a:noFill/>
            <a:ln cap="flat" cmpd="sng" w="9525">
              <a:solidFill>
                <a:srgbClr val="E6EE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1" name="Google Shape;771;p8"/>
            <p:cNvSpPr/>
            <p:nvPr/>
          </p:nvSpPr>
          <p:spPr>
            <a:xfrm>
              <a:off x="2558160" y="2986920"/>
              <a:ext cx="343440" cy="231840"/>
            </a:xfrm>
            <a:custGeom>
              <a:rect b="b" l="l" r="r" t="t"/>
              <a:pathLst>
                <a:path extrusionOk="0" fill="none" h="5806" w="8599">
                  <a:moveTo>
                    <a:pt x="2008" y="5806"/>
                  </a:moveTo>
                  <a:cubicBezTo>
                    <a:pt x="2008" y="5806"/>
                    <a:pt x="0" y="1"/>
                    <a:pt x="4290" y="1"/>
                  </a:cubicBezTo>
                  <a:cubicBezTo>
                    <a:pt x="8598" y="1"/>
                    <a:pt x="6846" y="5806"/>
                    <a:pt x="6846" y="5806"/>
                  </a:cubicBezTo>
                </a:path>
              </a:pathLst>
            </a:custGeom>
            <a:noFill/>
            <a:ln cap="flat" cmpd="sng" w="11400">
              <a:solidFill>
                <a:srgbClr val="2F4A8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2" name="Google Shape;772;p8"/>
            <p:cNvSpPr/>
            <p:nvPr/>
          </p:nvSpPr>
          <p:spPr>
            <a:xfrm>
              <a:off x="2482920" y="2733480"/>
              <a:ext cx="260280" cy="253080"/>
            </a:xfrm>
            <a:custGeom>
              <a:rect b="b" l="l" r="r" t="t"/>
              <a:pathLst>
                <a:path extrusionOk="0" fill="none" h="6335" w="6518">
                  <a:moveTo>
                    <a:pt x="6518" y="6335"/>
                  </a:moveTo>
                  <a:cubicBezTo>
                    <a:pt x="6518" y="6335"/>
                    <a:pt x="5605" y="0"/>
                    <a:pt x="1" y="1479"/>
                  </a:cubicBezTo>
                </a:path>
              </a:pathLst>
            </a:custGeom>
            <a:noFill/>
            <a:ln cap="flat" cmpd="sng" w="11400">
              <a:solidFill>
                <a:srgbClr val="2F4A8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3" name="Google Shape;773;p8"/>
            <p:cNvSpPr/>
            <p:nvPr/>
          </p:nvSpPr>
          <p:spPr>
            <a:xfrm>
              <a:off x="1985040" y="2845440"/>
              <a:ext cx="241920" cy="491760"/>
            </a:xfrm>
            <a:custGeom>
              <a:rect b="b" l="l" r="r" t="t"/>
              <a:pathLst>
                <a:path extrusionOk="0" fill="none" h="12305" w="6062">
                  <a:moveTo>
                    <a:pt x="5843" y="12304"/>
                  </a:moveTo>
                  <a:cubicBezTo>
                    <a:pt x="5843" y="12304"/>
                    <a:pt x="1" y="3597"/>
                    <a:pt x="6062" y="0"/>
                  </a:cubicBezTo>
                </a:path>
              </a:pathLst>
            </a:custGeom>
            <a:noFill/>
            <a:ln cap="flat" cmpd="sng" w="11400">
              <a:solidFill>
                <a:srgbClr val="2F4A8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4" name="Google Shape;774;p8"/>
            <p:cNvSpPr/>
            <p:nvPr/>
          </p:nvSpPr>
          <p:spPr>
            <a:xfrm>
              <a:off x="2134080" y="3264120"/>
              <a:ext cx="171720" cy="142920"/>
            </a:xfrm>
            <a:custGeom>
              <a:rect b="b" l="l" r="r" t="t"/>
              <a:pathLst>
                <a:path extrusionOk="0" h="3580" w="4301">
                  <a:moveTo>
                    <a:pt x="2283" y="0"/>
                  </a:moveTo>
                  <a:cubicBezTo>
                    <a:pt x="2150" y="0"/>
                    <a:pt x="2016" y="15"/>
                    <a:pt x="1881" y="46"/>
                  </a:cubicBezTo>
                  <a:cubicBezTo>
                    <a:pt x="330" y="430"/>
                    <a:pt x="1" y="2474"/>
                    <a:pt x="1352" y="3314"/>
                  </a:cubicBezTo>
                  <a:cubicBezTo>
                    <a:pt x="1654" y="3497"/>
                    <a:pt x="1972" y="3580"/>
                    <a:pt x="2280" y="3580"/>
                  </a:cubicBezTo>
                  <a:cubicBezTo>
                    <a:pt x="3351" y="3580"/>
                    <a:pt x="4301" y="2584"/>
                    <a:pt x="4017" y="1379"/>
                  </a:cubicBezTo>
                  <a:cubicBezTo>
                    <a:pt x="3829" y="548"/>
                    <a:pt x="3089" y="0"/>
                    <a:pt x="22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71625" lIns="91425" spcFirstLastPara="1" rIns="91425" wrap="square" tIns="71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5" name="Google Shape;775;p8"/>
            <p:cNvSpPr/>
            <p:nvPr/>
          </p:nvSpPr>
          <p:spPr>
            <a:xfrm>
              <a:off x="2179440" y="3298320"/>
              <a:ext cx="87120" cy="73080"/>
            </a:xfrm>
            <a:custGeom>
              <a:rect b="b" l="l" r="r" t="t"/>
              <a:pathLst>
                <a:path extrusionOk="0" h="1836" w="2187">
                  <a:moveTo>
                    <a:pt x="1174" y="0"/>
                  </a:moveTo>
                  <a:cubicBezTo>
                    <a:pt x="1100" y="0"/>
                    <a:pt x="1025" y="10"/>
                    <a:pt x="950" y="29"/>
                  </a:cubicBezTo>
                  <a:cubicBezTo>
                    <a:pt x="165" y="230"/>
                    <a:pt x="1" y="1270"/>
                    <a:pt x="676" y="1690"/>
                  </a:cubicBezTo>
                  <a:cubicBezTo>
                    <a:pt x="835" y="1791"/>
                    <a:pt x="1003" y="1835"/>
                    <a:pt x="1164" y="1835"/>
                  </a:cubicBezTo>
                  <a:cubicBezTo>
                    <a:pt x="1708" y="1835"/>
                    <a:pt x="2186" y="1328"/>
                    <a:pt x="2045" y="723"/>
                  </a:cubicBezTo>
                  <a:cubicBezTo>
                    <a:pt x="1952" y="289"/>
                    <a:pt x="1584" y="0"/>
                    <a:pt x="11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6700" lIns="91425" spcFirstLastPara="1" rIns="91425" wrap="square" tIns="3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6" name="Google Shape;776;p8"/>
            <p:cNvSpPr/>
            <p:nvPr/>
          </p:nvSpPr>
          <p:spPr>
            <a:xfrm>
              <a:off x="2087280" y="2671560"/>
              <a:ext cx="433440" cy="672120"/>
            </a:xfrm>
            <a:custGeom>
              <a:rect b="b" l="l" r="r" t="t"/>
              <a:pathLst>
                <a:path extrusionOk="0" h="16814" w="10845">
                  <a:moveTo>
                    <a:pt x="7996" y="1"/>
                  </a:moveTo>
                  <a:lnTo>
                    <a:pt x="1" y="3232"/>
                  </a:lnTo>
                  <a:cubicBezTo>
                    <a:pt x="1" y="3232"/>
                    <a:pt x="2830" y="9073"/>
                    <a:pt x="3159" y="9439"/>
                  </a:cubicBezTo>
                  <a:cubicBezTo>
                    <a:pt x="3256" y="9553"/>
                    <a:pt x="3415" y="9592"/>
                    <a:pt x="3588" y="9592"/>
                  </a:cubicBezTo>
                  <a:cubicBezTo>
                    <a:pt x="3970" y="9592"/>
                    <a:pt x="4418" y="9402"/>
                    <a:pt x="4418" y="9402"/>
                  </a:cubicBezTo>
                  <a:lnTo>
                    <a:pt x="4418" y="9402"/>
                  </a:lnTo>
                  <a:cubicBezTo>
                    <a:pt x="4418" y="9402"/>
                    <a:pt x="4108" y="10516"/>
                    <a:pt x="4564" y="11155"/>
                  </a:cubicBezTo>
                  <a:cubicBezTo>
                    <a:pt x="5021" y="11812"/>
                    <a:pt x="10844" y="16814"/>
                    <a:pt x="10844" y="16814"/>
                  </a:cubicBezTo>
                  <a:lnTo>
                    <a:pt x="799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7" name="Google Shape;777;p8"/>
            <p:cNvSpPr/>
            <p:nvPr/>
          </p:nvSpPr>
          <p:spPr>
            <a:xfrm>
              <a:off x="2414520" y="2711520"/>
              <a:ext cx="218880" cy="631080"/>
            </a:xfrm>
            <a:custGeom>
              <a:rect b="b" l="l" r="r" t="t"/>
              <a:pathLst>
                <a:path extrusionOk="0" h="15792" w="5478">
                  <a:moveTo>
                    <a:pt x="1" y="1"/>
                  </a:moveTo>
                  <a:lnTo>
                    <a:pt x="2648" y="15791"/>
                  </a:lnTo>
                  <a:cubicBezTo>
                    <a:pt x="2648" y="15791"/>
                    <a:pt x="4601" y="10023"/>
                    <a:pt x="4747" y="9311"/>
                  </a:cubicBezTo>
                  <a:cubicBezTo>
                    <a:pt x="4911" y="8599"/>
                    <a:pt x="4455" y="7704"/>
                    <a:pt x="4455" y="7704"/>
                  </a:cubicBezTo>
                  <a:lnTo>
                    <a:pt x="4455" y="7704"/>
                  </a:lnTo>
                  <a:cubicBezTo>
                    <a:pt x="4455" y="7704"/>
                    <a:pt x="4546" y="7718"/>
                    <a:pt x="4669" y="7718"/>
                  </a:cubicBezTo>
                  <a:cubicBezTo>
                    <a:pt x="4896" y="7718"/>
                    <a:pt x="5230" y="7672"/>
                    <a:pt x="5313" y="7412"/>
                  </a:cubicBezTo>
                  <a:cubicBezTo>
                    <a:pt x="5441" y="7029"/>
                    <a:pt x="5477" y="1370"/>
                    <a:pt x="5477" y="137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8" name="Google Shape;778;p8"/>
            <p:cNvSpPr/>
            <p:nvPr/>
          </p:nvSpPr>
          <p:spPr>
            <a:xfrm>
              <a:off x="2134800" y="2656080"/>
              <a:ext cx="460440" cy="471960"/>
            </a:xfrm>
            <a:custGeom>
              <a:rect b="b" l="l" r="r" t="t"/>
              <a:pathLst>
                <a:path extrusionOk="0" h="11812" w="11520">
                  <a:moveTo>
                    <a:pt x="2446" y="0"/>
                  </a:moveTo>
                  <a:cubicBezTo>
                    <a:pt x="2446" y="0"/>
                    <a:pt x="493" y="1497"/>
                    <a:pt x="237" y="2227"/>
                  </a:cubicBezTo>
                  <a:cubicBezTo>
                    <a:pt x="0" y="2976"/>
                    <a:pt x="5696" y="11811"/>
                    <a:pt x="5696" y="11811"/>
                  </a:cubicBezTo>
                  <a:lnTo>
                    <a:pt x="8398" y="10716"/>
                  </a:lnTo>
                  <a:lnTo>
                    <a:pt x="11519" y="11300"/>
                  </a:lnTo>
                  <a:cubicBezTo>
                    <a:pt x="11519" y="11300"/>
                    <a:pt x="11483" y="1534"/>
                    <a:pt x="11282" y="1388"/>
                  </a:cubicBezTo>
                  <a:cubicBezTo>
                    <a:pt x="10679" y="950"/>
                    <a:pt x="10040" y="621"/>
                    <a:pt x="9347" y="384"/>
                  </a:cubicBezTo>
                  <a:lnTo>
                    <a:pt x="24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9" name="Google Shape;779;p8"/>
            <p:cNvSpPr/>
            <p:nvPr/>
          </p:nvSpPr>
          <p:spPr>
            <a:xfrm>
              <a:off x="2389680" y="3052440"/>
              <a:ext cx="151560" cy="290160"/>
            </a:xfrm>
            <a:custGeom>
              <a:rect b="b" l="l" r="r" t="t"/>
              <a:pathLst>
                <a:path extrusionOk="0" h="7267" w="3798">
                  <a:moveTo>
                    <a:pt x="1534" y="1"/>
                  </a:moveTo>
                  <a:lnTo>
                    <a:pt x="0" y="1078"/>
                  </a:lnTo>
                  <a:lnTo>
                    <a:pt x="3286" y="7266"/>
                  </a:lnTo>
                  <a:lnTo>
                    <a:pt x="3797" y="841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0" name="Google Shape;780;p8"/>
            <p:cNvSpPr/>
            <p:nvPr/>
          </p:nvSpPr>
          <p:spPr>
            <a:xfrm>
              <a:off x="2400120" y="3084120"/>
              <a:ext cx="141480" cy="31680"/>
            </a:xfrm>
            <a:custGeom>
              <a:rect b="b" l="l" r="r" t="t"/>
              <a:pathLst>
                <a:path extrusionOk="0" h="802" w="3550">
                  <a:moveTo>
                    <a:pt x="1789" y="0"/>
                  </a:moveTo>
                  <a:cubicBezTo>
                    <a:pt x="1767" y="0"/>
                    <a:pt x="1748" y="5"/>
                    <a:pt x="1712" y="14"/>
                  </a:cubicBezTo>
                  <a:cubicBezTo>
                    <a:pt x="1146" y="251"/>
                    <a:pt x="562" y="343"/>
                    <a:pt x="51" y="708"/>
                  </a:cubicBezTo>
                  <a:cubicBezTo>
                    <a:pt x="1" y="724"/>
                    <a:pt x="26" y="801"/>
                    <a:pt x="73" y="801"/>
                  </a:cubicBezTo>
                  <a:cubicBezTo>
                    <a:pt x="77" y="801"/>
                    <a:pt x="82" y="801"/>
                    <a:pt x="87" y="799"/>
                  </a:cubicBezTo>
                  <a:cubicBezTo>
                    <a:pt x="671" y="689"/>
                    <a:pt x="1255" y="379"/>
                    <a:pt x="1803" y="160"/>
                  </a:cubicBezTo>
                  <a:cubicBezTo>
                    <a:pt x="2314" y="324"/>
                    <a:pt x="2880" y="343"/>
                    <a:pt x="3409" y="452"/>
                  </a:cubicBezTo>
                  <a:cubicBezTo>
                    <a:pt x="3415" y="453"/>
                    <a:pt x="3421" y="454"/>
                    <a:pt x="3426" y="454"/>
                  </a:cubicBezTo>
                  <a:cubicBezTo>
                    <a:pt x="3522" y="454"/>
                    <a:pt x="3550" y="305"/>
                    <a:pt x="3446" y="288"/>
                  </a:cubicBezTo>
                  <a:cubicBezTo>
                    <a:pt x="2971" y="178"/>
                    <a:pt x="2405" y="142"/>
                    <a:pt x="1894" y="14"/>
                  </a:cubicBezTo>
                  <a:cubicBezTo>
                    <a:pt x="1840" y="5"/>
                    <a:pt x="1812" y="0"/>
                    <a:pt x="1789" y="0"/>
                  </a:cubicBezTo>
                  <a:close/>
                </a:path>
              </a:pathLst>
            </a:custGeom>
            <a:solidFill>
              <a:srgbClr val="000840"/>
            </a:solidFill>
            <a:ln>
              <a:noFill/>
            </a:ln>
          </p:spPr>
          <p:txBody>
            <a:bodyPr anchorCtr="0" anchor="ctr" bIns="15825" lIns="91425" spcFirstLastPara="1" rIns="91425" wrap="square" tIns="15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1" name="Google Shape;781;p8"/>
            <p:cNvSpPr/>
            <p:nvPr/>
          </p:nvSpPr>
          <p:spPr>
            <a:xfrm>
              <a:off x="2235600" y="2334240"/>
              <a:ext cx="269640" cy="491040"/>
            </a:xfrm>
            <a:custGeom>
              <a:rect b="b" l="l" r="r" t="t"/>
              <a:pathLst>
                <a:path extrusionOk="0" h="12284" w="6755">
                  <a:moveTo>
                    <a:pt x="0" y="1"/>
                  </a:moveTo>
                  <a:lnTo>
                    <a:pt x="0" y="11173"/>
                  </a:lnTo>
                  <a:cubicBezTo>
                    <a:pt x="0" y="11173"/>
                    <a:pt x="1672" y="12283"/>
                    <a:pt x="4397" y="12283"/>
                  </a:cubicBezTo>
                  <a:cubicBezTo>
                    <a:pt x="5114" y="12283"/>
                    <a:pt x="5904" y="12206"/>
                    <a:pt x="6755" y="12013"/>
                  </a:cubicBezTo>
                  <a:lnTo>
                    <a:pt x="6554" y="1"/>
                  </a:ln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2" name="Google Shape;782;p8"/>
            <p:cNvSpPr/>
            <p:nvPr/>
          </p:nvSpPr>
          <p:spPr>
            <a:xfrm>
              <a:off x="2309400" y="2530080"/>
              <a:ext cx="196200" cy="284400"/>
            </a:xfrm>
            <a:custGeom>
              <a:rect b="b" l="l" r="r" t="t"/>
              <a:pathLst>
                <a:path extrusionOk="0" h="7120" w="4911">
                  <a:moveTo>
                    <a:pt x="0" y="0"/>
                  </a:moveTo>
                  <a:cubicBezTo>
                    <a:pt x="0" y="0"/>
                    <a:pt x="347" y="6554"/>
                    <a:pt x="4911" y="7120"/>
                  </a:cubicBezTo>
                  <a:lnTo>
                    <a:pt x="4801" y="0"/>
                  </a:lnTo>
                  <a:close/>
                </a:path>
              </a:pathLst>
            </a:custGeom>
            <a:solidFill>
              <a:srgbClr val="2026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3" name="Google Shape;783;p8"/>
            <p:cNvSpPr/>
            <p:nvPr/>
          </p:nvSpPr>
          <p:spPr>
            <a:xfrm>
              <a:off x="2235600" y="2781000"/>
              <a:ext cx="360" cy="360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</a:path>
              </a:pathLst>
            </a:custGeom>
            <a:solidFill>
              <a:srgbClr val="FF9D83"/>
            </a:solidFill>
            <a:ln>
              <a:noFill/>
            </a:ln>
          </p:spPr>
          <p:txBody>
            <a:bodyPr anchorCtr="0" anchor="ctr" bIns="350" lIns="91425" spcFirstLastPara="1" rIns="91425" wrap="square" tIns="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4" name="Google Shape;784;p8"/>
            <p:cNvSpPr/>
            <p:nvPr/>
          </p:nvSpPr>
          <p:spPr>
            <a:xfrm>
              <a:off x="2235600" y="2781000"/>
              <a:ext cx="269640" cy="302760"/>
            </a:xfrm>
            <a:custGeom>
              <a:rect b="b" l="l" r="r" t="t"/>
              <a:pathLst>
                <a:path extrusionOk="0" h="7577" w="6755">
                  <a:moveTo>
                    <a:pt x="0" y="1"/>
                  </a:moveTo>
                  <a:cubicBezTo>
                    <a:pt x="0" y="1"/>
                    <a:pt x="3086" y="6226"/>
                    <a:pt x="5897" y="7577"/>
                  </a:cubicBezTo>
                  <a:cubicBezTo>
                    <a:pt x="6317" y="5350"/>
                    <a:pt x="6609" y="3104"/>
                    <a:pt x="6755" y="84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5" name="Google Shape;785;p8"/>
            <p:cNvSpPr/>
            <p:nvPr/>
          </p:nvSpPr>
          <p:spPr>
            <a:xfrm>
              <a:off x="2217960" y="2151720"/>
              <a:ext cx="417960" cy="489960"/>
            </a:xfrm>
            <a:custGeom>
              <a:rect b="b" l="l" r="r" t="t"/>
              <a:pathLst>
                <a:path extrusionOk="0" h="12259" w="10461">
                  <a:moveTo>
                    <a:pt x="7366" y="0"/>
                  </a:moveTo>
                  <a:cubicBezTo>
                    <a:pt x="5488" y="0"/>
                    <a:pt x="2661" y="205"/>
                    <a:pt x="1954" y="531"/>
                  </a:cubicBezTo>
                  <a:cubicBezTo>
                    <a:pt x="1205" y="897"/>
                    <a:pt x="0" y="2722"/>
                    <a:pt x="55" y="5186"/>
                  </a:cubicBezTo>
                  <a:cubicBezTo>
                    <a:pt x="92" y="6592"/>
                    <a:pt x="730" y="8253"/>
                    <a:pt x="2027" y="9641"/>
                  </a:cubicBezTo>
                  <a:cubicBezTo>
                    <a:pt x="2027" y="9641"/>
                    <a:pt x="3841" y="12258"/>
                    <a:pt x="7026" y="12258"/>
                  </a:cubicBezTo>
                  <a:cubicBezTo>
                    <a:pt x="7370" y="12258"/>
                    <a:pt x="7730" y="12228"/>
                    <a:pt x="8106" y="12160"/>
                  </a:cubicBezTo>
                  <a:cubicBezTo>
                    <a:pt x="9292" y="11959"/>
                    <a:pt x="9986" y="9842"/>
                    <a:pt x="10223" y="7432"/>
                  </a:cubicBezTo>
                  <a:cubicBezTo>
                    <a:pt x="10260" y="7140"/>
                    <a:pt x="10278" y="6829"/>
                    <a:pt x="10296" y="6519"/>
                  </a:cubicBezTo>
                  <a:cubicBezTo>
                    <a:pt x="10460" y="3452"/>
                    <a:pt x="9931" y="239"/>
                    <a:pt x="8836" y="75"/>
                  </a:cubicBezTo>
                  <a:cubicBezTo>
                    <a:pt x="8538" y="24"/>
                    <a:pt x="8008" y="0"/>
                    <a:pt x="7366" y="0"/>
                  </a:cubicBez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6" name="Google Shape;786;p8"/>
            <p:cNvSpPr/>
            <p:nvPr/>
          </p:nvSpPr>
          <p:spPr>
            <a:xfrm>
              <a:off x="1834560" y="1956240"/>
              <a:ext cx="856800" cy="700200"/>
            </a:xfrm>
            <a:custGeom>
              <a:rect b="b" l="l" r="r" t="t"/>
              <a:pathLst>
                <a:path extrusionOk="0" h="17515" w="21432">
                  <a:moveTo>
                    <a:pt x="12960" y="0"/>
                  </a:moveTo>
                  <a:cubicBezTo>
                    <a:pt x="10956" y="0"/>
                    <a:pt x="8875" y="346"/>
                    <a:pt x="7540" y="1479"/>
                  </a:cubicBezTo>
                  <a:cubicBezTo>
                    <a:pt x="5495" y="3214"/>
                    <a:pt x="5842" y="7339"/>
                    <a:pt x="5842" y="7339"/>
                  </a:cubicBezTo>
                  <a:cubicBezTo>
                    <a:pt x="5842" y="7339"/>
                    <a:pt x="4678" y="6899"/>
                    <a:pt x="3568" y="6899"/>
                  </a:cubicBezTo>
                  <a:cubicBezTo>
                    <a:pt x="2668" y="6899"/>
                    <a:pt x="1805" y="7188"/>
                    <a:pt x="1625" y="8234"/>
                  </a:cubicBezTo>
                  <a:cubicBezTo>
                    <a:pt x="1442" y="9201"/>
                    <a:pt x="1789" y="10205"/>
                    <a:pt x="2538" y="10862"/>
                  </a:cubicBezTo>
                  <a:cubicBezTo>
                    <a:pt x="2538" y="10862"/>
                    <a:pt x="0" y="15591"/>
                    <a:pt x="5094" y="17160"/>
                  </a:cubicBezTo>
                  <a:cubicBezTo>
                    <a:pt x="5888" y="17403"/>
                    <a:pt x="6609" y="17514"/>
                    <a:pt x="7250" y="17514"/>
                  </a:cubicBezTo>
                  <a:cubicBezTo>
                    <a:pt x="9982" y="17514"/>
                    <a:pt x="11258" y="15496"/>
                    <a:pt x="10534" y="13071"/>
                  </a:cubicBezTo>
                  <a:lnTo>
                    <a:pt x="11866" y="11027"/>
                  </a:lnTo>
                  <a:cubicBezTo>
                    <a:pt x="12688" y="10151"/>
                    <a:pt x="12998" y="8927"/>
                    <a:pt x="12688" y="7777"/>
                  </a:cubicBezTo>
                  <a:lnTo>
                    <a:pt x="12688" y="7777"/>
                  </a:lnTo>
                  <a:cubicBezTo>
                    <a:pt x="12688" y="7777"/>
                    <a:pt x="13483" y="8019"/>
                    <a:pt x="14484" y="8019"/>
                  </a:cubicBezTo>
                  <a:cubicBezTo>
                    <a:pt x="15916" y="8019"/>
                    <a:pt x="17770" y="7526"/>
                    <a:pt x="18328" y="5130"/>
                  </a:cubicBezTo>
                  <a:cubicBezTo>
                    <a:pt x="18328" y="5130"/>
                    <a:pt x="19150" y="5587"/>
                    <a:pt x="19332" y="6061"/>
                  </a:cubicBezTo>
                  <a:cubicBezTo>
                    <a:pt x="19679" y="7011"/>
                    <a:pt x="19789" y="8234"/>
                    <a:pt x="19862" y="8964"/>
                  </a:cubicBezTo>
                  <a:cubicBezTo>
                    <a:pt x="19862" y="8964"/>
                    <a:pt x="21432" y="7595"/>
                    <a:pt x="21213" y="6189"/>
                  </a:cubicBezTo>
                  <a:cubicBezTo>
                    <a:pt x="20939" y="4455"/>
                    <a:pt x="21286" y="1571"/>
                    <a:pt x="18365" y="713"/>
                  </a:cubicBezTo>
                  <a:cubicBezTo>
                    <a:pt x="17557" y="476"/>
                    <a:pt x="15311" y="0"/>
                    <a:pt x="12960" y="0"/>
                  </a:cubicBezTo>
                  <a:close/>
                </a:path>
              </a:pathLst>
            </a:custGeom>
            <a:solidFill>
              <a:srgbClr val="2026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7" name="Google Shape;787;p8"/>
            <p:cNvSpPr/>
            <p:nvPr/>
          </p:nvSpPr>
          <p:spPr>
            <a:xfrm>
              <a:off x="2104200" y="2315880"/>
              <a:ext cx="227160" cy="192600"/>
            </a:xfrm>
            <a:custGeom>
              <a:rect b="b" l="l" r="r" t="t"/>
              <a:pathLst>
                <a:path extrusionOk="0" h="4829" w="5687">
                  <a:moveTo>
                    <a:pt x="3224" y="0"/>
                  </a:moveTo>
                  <a:cubicBezTo>
                    <a:pt x="3190" y="0"/>
                    <a:pt x="3156" y="1"/>
                    <a:pt x="3122" y="2"/>
                  </a:cubicBezTo>
                  <a:cubicBezTo>
                    <a:pt x="968" y="94"/>
                    <a:pt x="0" y="2722"/>
                    <a:pt x="1589" y="4183"/>
                  </a:cubicBezTo>
                  <a:cubicBezTo>
                    <a:pt x="2068" y="4629"/>
                    <a:pt x="2640" y="4828"/>
                    <a:pt x="3200" y="4828"/>
                  </a:cubicBezTo>
                  <a:cubicBezTo>
                    <a:pt x="4473" y="4828"/>
                    <a:pt x="5686" y="3799"/>
                    <a:pt x="5623" y="2303"/>
                  </a:cubicBezTo>
                  <a:cubicBezTo>
                    <a:pt x="5570" y="1004"/>
                    <a:pt x="4511" y="0"/>
                    <a:pt x="3224" y="0"/>
                  </a:cubicBez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8" name="Google Shape;788;p8"/>
            <p:cNvSpPr/>
            <p:nvPr/>
          </p:nvSpPr>
          <p:spPr>
            <a:xfrm>
              <a:off x="1531080" y="3458520"/>
              <a:ext cx="1080360" cy="418320"/>
            </a:xfrm>
            <a:custGeom>
              <a:rect b="b" l="l" r="r" t="t"/>
              <a:pathLst>
                <a:path extrusionOk="0" h="10468" w="27026">
                  <a:moveTo>
                    <a:pt x="2611" y="1"/>
                  </a:moveTo>
                  <a:cubicBezTo>
                    <a:pt x="2611" y="1"/>
                    <a:pt x="0" y="6773"/>
                    <a:pt x="1917" y="9530"/>
                  </a:cubicBezTo>
                  <a:cubicBezTo>
                    <a:pt x="2384" y="10203"/>
                    <a:pt x="3772" y="10468"/>
                    <a:pt x="5672" y="10468"/>
                  </a:cubicBezTo>
                  <a:cubicBezTo>
                    <a:pt x="12301" y="10468"/>
                    <a:pt x="25159" y="7248"/>
                    <a:pt x="26838" y="6964"/>
                  </a:cubicBezTo>
                  <a:lnTo>
                    <a:pt x="26838" y="6964"/>
                  </a:lnTo>
                  <a:cubicBezTo>
                    <a:pt x="26879" y="6969"/>
                    <a:pt x="26913" y="6971"/>
                    <a:pt x="26941" y="6971"/>
                  </a:cubicBezTo>
                  <a:cubicBezTo>
                    <a:pt x="26982" y="6971"/>
                    <a:pt x="27008" y="6966"/>
                    <a:pt x="27018" y="6956"/>
                  </a:cubicBezTo>
                  <a:cubicBezTo>
                    <a:pt x="27025" y="6948"/>
                    <a:pt x="27019" y="6944"/>
                    <a:pt x="26998" y="6944"/>
                  </a:cubicBezTo>
                  <a:cubicBezTo>
                    <a:pt x="26970" y="6944"/>
                    <a:pt x="26916" y="6951"/>
                    <a:pt x="26838" y="6964"/>
                  </a:cubicBezTo>
                  <a:lnTo>
                    <a:pt x="26838" y="6964"/>
                  </a:lnTo>
                  <a:cubicBezTo>
                    <a:pt x="25127" y="6785"/>
                    <a:pt x="11997" y="2923"/>
                    <a:pt x="9458" y="2923"/>
                  </a:cubicBezTo>
                  <a:cubicBezTo>
                    <a:pt x="9363" y="2923"/>
                    <a:pt x="9283" y="2928"/>
                    <a:pt x="9219" y="2940"/>
                  </a:cubicBezTo>
                  <a:cubicBezTo>
                    <a:pt x="9219" y="2940"/>
                    <a:pt x="7321" y="1260"/>
                    <a:pt x="2611" y="1"/>
                  </a:cubicBez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9" name="Google Shape;789;p8"/>
            <p:cNvSpPr/>
            <p:nvPr/>
          </p:nvSpPr>
          <p:spPr>
            <a:xfrm>
              <a:off x="1884960" y="3449160"/>
              <a:ext cx="1297080" cy="441360"/>
            </a:xfrm>
            <a:custGeom>
              <a:rect b="b" l="l" r="r" t="t"/>
              <a:pathLst>
                <a:path extrusionOk="0" h="11049" w="32441">
                  <a:moveTo>
                    <a:pt x="29100" y="0"/>
                  </a:moveTo>
                  <a:lnTo>
                    <a:pt x="29100" y="0"/>
                  </a:lnTo>
                  <a:cubicBezTo>
                    <a:pt x="24773" y="1552"/>
                    <a:pt x="23696" y="2428"/>
                    <a:pt x="23696" y="2428"/>
                  </a:cubicBezTo>
                  <a:cubicBezTo>
                    <a:pt x="23696" y="2428"/>
                    <a:pt x="10114" y="1935"/>
                    <a:pt x="6189" y="1461"/>
                  </a:cubicBezTo>
                  <a:cubicBezTo>
                    <a:pt x="5853" y="1415"/>
                    <a:pt x="5516" y="1392"/>
                    <a:pt x="5181" y="1392"/>
                  </a:cubicBezTo>
                  <a:cubicBezTo>
                    <a:pt x="3262" y="1392"/>
                    <a:pt x="1400" y="2138"/>
                    <a:pt x="1" y="3505"/>
                  </a:cubicBezTo>
                  <a:cubicBezTo>
                    <a:pt x="6881" y="4038"/>
                    <a:pt x="23173" y="11048"/>
                    <a:pt x="28008" y="11048"/>
                  </a:cubicBezTo>
                  <a:cubicBezTo>
                    <a:pt x="28471" y="11048"/>
                    <a:pt x="28829" y="10984"/>
                    <a:pt x="29063" y="10844"/>
                  </a:cubicBezTo>
                  <a:cubicBezTo>
                    <a:pt x="32440" y="8799"/>
                    <a:pt x="29100" y="1"/>
                    <a:pt x="29100" y="0"/>
                  </a:cubicBez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0" name="Google Shape;790;p8"/>
            <p:cNvSpPr/>
            <p:nvPr/>
          </p:nvSpPr>
          <p:spPr>
            <a:xfrm>
              <a:off x="2624040" y="3471120"/>
              <a:ext cx="250920" cy="78480"/>
            </a:xfrm>
            <a:custGeom>
              <a:rect b="b" l="l" r="r" t="t"/>
              <a:pathLst>
                <a:path extrusionOk="0" h="1974" w="6280">
                  <a:moveTo>
                    <a:pt x="3933" y="0"/>
                  </a:moveTo>
                  <a:cubicBezTo>
                    <a:pt x="3409" y="0"/>
                    <a:pt x="2096" y="309"/>
                    <a:pt x="1333" y="618"/>
                  </a:cubicBezTo>
                  <a:cubicBezTo>
                    <a:pt x="785" y="855"/>
                    <a:pt x="310" y="1257"/>
                    <a:pt x="0" y="1749"/>
                  </a:cubicBezTo>
                  <a:cubicBezTo>
                    <a:pt x="0" y="1749"/>
                    <a:pt x="2678" y="1974"/>
                    <a:pt x="4254" y="1974"/>
                  </a:cubicBezTo>
                  <a:cubicBezTo>
                    <a:pt x="4533" y="1974"/>
                    <a:pt x="4777" y="1967"/>
                    <a:pt x="4965" y="1950"/>
                  </a:cubicBezTo>
                  <a:cubicBezTo>
                    <a:pt x="6280" y="1841"/>
                    <a:pt x="4783" y="1384"/>
                    <a:pt x="4783" y="1384"/>
                  </a:cubicBezTo>
                  <a:cubicBezTo>
                    <a:pt x="4783" y="1384"/>
                    <a:pt x="5458" y="1038"/>
                    <a:pt x="5385" y="818"/>
                  </a:cubicBezTo>
                  <a:cubicBezTo>
                    <a:pt x="5369" y="766"/>
                    <a:pt x="5251" y="746"/>
                    <a:pt x="5077" y="746"/>
                  </a:cubicBezTo>
                  <a:cubicBezTo>
                    <a:pt x="4460" y="746"/>
                    <a:pt x="3140" y="1001"/>
                    <a:pt x="3140" y="1001"/>
                  </a:cubicBezTo>
                  <a:cubicBezTo>
                    <a:pt x="3140" y="1001"/>
                    <a:pt x="4418" y="107"/>
                    <a:pt x="4089" y="15"/>
                  </a:cubicBezTo>
                  <a:cubicBezTo>
                    <a:pt x="4051" y="5"/>
                    <a:pt x="3998" y="0"/>
                    <a:pt x="3933" y="0"/>
                  </a:cubicBez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39225" lIns="91425" spcFirstLastPara="1" rIns="91425" wrap="square" tIns="39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1" name="Google Shape;791;p8"/>
            <p:cNvSpPr/>
            <p:nvPr/>
          </p:nvSpPr>
          <p:spPr>
            <a:xfrm>
              <a:off x="2431080" y="2343600"/>
              <a:ext cx="30960" cy="51840"/>
            </a:xfrm>
            <a:custGeom>
              <a:rect b="b" l="l" r="r" t="t"/>
              <a:pathLst>
                <a:path extrusionOk="0" h="1301" w="786">
                  <a:moveTo>
                    <a:pt x="367" y="0"/>
                  </a:moveTo>
                  <a:cubicBezTo>
                    <a:pt x="360" y="0"/>
                    <a:pt x="354" y="1"/>
                    <a:pt x="348" y="1"/>
                  </a:cubicBezTo>
                  <a:cubicBezTo>
                    <a:pt x="147" y="19"/>
                    <a:pt x="1" y="311"/>
                    <a:pt x="37" y="677"/>
                  </a:cubicBezTo>
                  <a:cubicBezTo>
                    <a:pt x="54" y="1021"/>
                    <a:pt x="218" y="1300"/>
                    <a:pt x="405" y="1300"/>
                  </a:cubicBezTo>
                  <a:cubicBezTo>
                    <a:pt x="416" y="1300"/>
                    <a:pt x="427" y="1299"/>
                    <a:pt x="439" y="1297"/>
                  </a:cubicBezTo>
                  <a:cubicBezTo>
                    <a:pt x="640" y="1279"/>
                    <a:pt x="786" y="969"/>
                    <a:pt x="767" y="622"/>
                  </a:cubicBezTo>
                  <a:cubicBezTo>
                    <a:pt x="732" y="268"/>
                    <a:pt x="560" y="0"/>
                    <a:pt x="3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25900" lIns="91425" spcFirstLastPara="1" rIns="91425" wrap="square" tIns="2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2" name="Google Shape;792;p8"/>
            <p:cNvSpPr/>
            <p:nvPr/>
          </p:nvSpPr>
          <p:spPr>
            <a:xfrm>
              <a:off x="2560320" y="2332800"/>
              <a:ext cx="30240" cy="51480"/>
            </a:xfrm>
            <a:custGeom>
              <a:rect b="b" l="l" r="r" t="t"/>
              <a:pathLst>
                <a:path extrusionOk="0" h="1299" w="768">
                  <a:moveTo>
                    <a:pt x="367" y="0"/>
                  </a:moveTo>
                  <a:cubicBezTo>
                    <a:pt x="360" y="0"/>
                    <a:pt x="354" y="1"/>
                    <a:pt x="348" y="1"/>
                  </a:cubicBezTo>
                  <a:cubicBezTo>
                    <a:pt x="147" y="20"/>
                    <a:pt x="1" y="312"/>
                    <a:pt x="19" y="677"/>
                  </a:cubicBezTo>
                  <a:cubicBezTo>
                    <a:pt x="55" y="1013"/>
                    <a:pt x="227" y="1298"/>
                    <a:pt x="421" y="1298"/>
                  </a:cubicBezTo>
                  <a:cubicBezTo>
                    <a:pt x="427" y="1298"/>
                    <a:pt x="433" y="1298"/>
                    <a:pt x="439" y="1297"/>
                  </a:cubicBezTo>
                  <a:cubicBezTo>
                    <a:pt x="640" y="1279"/>
                    <a:pt x="768" y="987"/>
                    <a:pt x="749" y="622"/>
                  </a:cubicBezTo>
                  <a:cubicBezTo>
                    <a:pt x="732" y="268"/>
                    <a:pt x="560" y="0"/>
                    <a:pt x="3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25900" lIns="91425" spcFirstLastPara="1" rIns="91425" wrap="square" tIns="2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3" name="Google Shape;793;p8"/>
            <p:cNvSpPr/>
            <p:nvPr/>
          </p:nvSpPr>
          <p:spPr>
            <a:xfrm>
              <a:off x="2492640" y="2328840"/>
              <a:ext cx="57240" cy="176040"/>
            </a:xfrm>
            <a:custGeom>
              <a:rect b="b" l="l" r="r" t="t"/>
              <a:pathLst>
                <a:path extrusionOk="0" h="4413" w="1443">
                  <a:moveTo>
                    <a:pt x="499" y="1"/>
                  </a:moveTo>
                  <a:cubicBezTo>
                    <a:pt x="459" y="1"/>
                    <a:pt x="420" y="29"/>
                    <a:pt x="420" y="79"/>
                  </a:cubicBezTo>
                  <a:cubicBezTo>
                    <a:pt x="402" y="1393"/>
                    <a:pt x="785" y="2781"/>
                    <a:pt x="1095" y="4059"/>
                  </a:cubicBezTo>
                  <a:cubicBezTo>
                    <a:pt x="767" y="4113"/>
                    <a:pt x="438" y="4113"/>
                    <a:pt x="110" y="4168"/>
                  </a:cubicBezTo>
                  <a:cubicBezTo>
                    <a:pt x="0" y="4205"/>
                    <a:pt x="0" y="4351"/>
                    <a:pt x="110" y="4387"/>
                  </a:cubicBezTo>
                  <a:cubicBezTo>
                    <a:pt x="238" y="4405"/>
                    <a:pt x="367" y="4413"/>
                    <a:pt x="496" y="4413"/>
                  </a:cubicBezTo>
                  <a:cubicBezTo>
                    <a:pt x="769" y="4413"/>
                    <a:pt x="1042" y="4376"/>
                    <a:pt x="1315" y="4314"/>
                  </a:cubicBezTo>
                  <a:cubicBezTo>
                    <a:pt x="1388" y="4296"/>
                    <a:pt x="1442" y="4223"/>
                    <a:pt x="1442" y="4150"/>
                  </a:cubicBezTo>
                  <a:cubicBezTo>
                    <a:pt x="1278" y="3475"/>
                    <a:pt x="1114" y="2799"/>
                    <a:pt x="986" y="2124"/>
                  </a:cubicBezTo>
                  <a:cubicBezTo>
                    <a:pt x="876" y="1430"/>
                    <a:pt x="749" y="736"/>
                    <a:pt x="584" y="61"/>
                  </a:cubicBezTo>
                  <a:cubicBezTo>
                    <a:pt x="568" y="20"/>
                    <a:pt x="533" y="1"/>
                    <a:pt x="49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8200" lIns="91425" spcFirstLastPara="1" rIns="91425" wrap="square" tIns="88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4" name="Google Shape;794;p8"/>
            <p:cNvSpPr/>
            <p:nvPr/>
          </p:nvSpPr>
          <p:spPr>
            <a:xfrm>
              <a:off x="2178720" y="2357640"/>
              <a:ext cx="65880" cy="106200"/>
            </a:xfrm>
            <a:custGeom>
              <a:rect b="b" l="l" r="r" t="t"/>
              <a:pathLst>
                <a:path extrusionOk="0" h="2669" w="1658">
                  <a:moveTo>
                    <a:pt x="1193" y="1"/>
                  </a:moveTo>
                  <a:cubicBezTo>
                    <a:pt x="955" y="1"/>
                    <a:pt x="688" y="180"/>
                    <a:pt x="512" y="330"/>
                  </a:cubicBezTo>
                  <a:cubicBezTo>
                    <a:pt x="183" y="622"/>
                    <a:pt x="0" y="1060"/>
                    <a:pt x="55" y="1516"/>
                  </a:cubicBezTo>
                  <a:cubicBezTo>
                    <a:pt x="92" y="1954"/>
                    <a:pt x="329" y="2338"/>
                    <a:pt x="712" y="2538"/>
                  </a:cubicBezTo>
                  <a:cubicBezTo>
                    <a:pt x="856" y="2610"/>
                    <a:pt x="1039" y="2669"/>
                    <a:pt x="1207" y="2669"/>
                  </a:cubicBezTo>
                  <a:cubicBezTo>
                    <a:pt x="1382" y="2669"/>
                    <a:pt x="1542" y="2606"/>
                    <a:pt x="1625" y="2429"/>
                  </a:cubicBezTo>
                  <a:cubicBezTo>
                    <a:pt x="1658" y="2364"/>
                    <a:pt x="1632" y="2298"/>
                    <a:pt x="1574" y="2298"/>
                  </a:cubicBezTo>
                  <a:cubicBezTo>
                    <a:pt x="1567" y="2298"/>
                    <a:pt x="1560" y="2299"/>
                    <a:pt x="1552" y="2301"/>
                  </a:cubicBezTo>
                  <a:cubicBezTo>
                    <a:pt x="1508" y="2299"/>
                    <a:pt x="1465" y="2298"/>
                    <a:pt x="1424" y="2298"/>
                  </a:cubicBezTo>
                  <a:cubicBezTo>
                    <a:pt x="1370" y="2298"/>
                    <a:pt x="1318" y="2299"/>
                    <a:pt x="1268" y="2299"/>
                  </a:cubicBezTo>
                  <a:cubicBezTo>
                    <a:pt x="1092" y="2299"/>
                    <a:pt x="938" y="2283"/>
                    <a:pt x="767" y="2137"/>
                  </a:cubicBezTo>
                  <a:cubicBezTo>
                    <a:pt x="475" y="1900"/>
                    <a:pt x="347" y="1516"/>
                    <a:pt x="420" y="1133"/>
                  </a:cubicBezTo>
                  <a:cubicBezTo>
                    <a:pt x="475" y="841"/>
                    <a:pt x="658" y="603"/>
                    <a:pt x="895" y="439"/>
                  </a:cubicBezTo>
                  <a:cubicBezTo>
                    <a:pt x="1078" y="330"/>
                    <a:pt x="1278" y="311"/>
                    <a:pt x="1424" y="147"/>
                  </a:cubicBezTo>
                  <a:cubicBezTo>
                    <a:pt x="1443" y="129"/>
                    <a:pt x="1443" y="92"/>
                    <a:pt x="1424" y="74"/>
                  </a:cubicBezTo>
                  <a:cubicBezTo>
                    <a:pt x="1354" y="22"/>
                    <a:pt x="1275" y="1"/>
                    <a:pt x="119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3275" lIns="91425" spcFirstLastPara="1" rIns="91425" wrap="square" tIns="53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5" name="Google Shape;795;p8"/>
            <p:cNvSpPr/>
            <p:nvPr/>
          </p:nvSpPr>
          <p:spPr>
            <a:xfrm>
              <a:off x="2441160" y="2542680"/>
              <a:ext cx="64080" cy="23400"/>
            </a:xfrm>
            <a:custGeom>
              <a:rect b="b" l="l" r="r" t="t"/>
              <a:pathLst>
                <a:path extrusionOk="0" h="595" w="1615">
                  <a:moveTo>
                    <a:pt x="247" y="1"/>
                  </a:moveTo>
                  <a:cubicBezTo>
                    <a:pt x="92" y="1"/>
                    <a:pt x="0" y="227"/>
                    <a:pt x="171" y="335"/>
                  </a:cubicBezTo>
                  <a:cubicBezTo>
                    <a:pt x="423" y="500"/>
                    <a:pt x="720" y="594"/>
                    <a:pt x="1018" y="594"/>
                  </a:cubicBezTo>
                  <a:cubicBezTo>
                    <a:pt x="1150" y="594"/>
                    <a:pt x="1283" y="575"/>
                    <a:pt x="1412" y="536"/>
                  </a:cubicBezTo>
                  <a:cubicBezTo>
                    <a:pt x="1614" y="469"/>
                    <a:pt x="1552" y="183"/>
                    <a:pt x="1368" y="183"/>
                  </a:cubicBezTo>
                  <a:cubicBezTo>
                    <a:pt x="1353" y="183"/>
                    <a:pt x="1337" y="185"/>
                    <a:pt x="1321" y="189"/>
                  </a:cubicBezTo>
                  <a:cubicBezTo>
                    <a:pt x="1222" y="210"/>
                    <a:pt x="1122" y="221"/>
                    <a:pt x="1025" y="221"/>
                  </a:cubicBezTo>
                  <a:cubicBezTo>
                    <a:pt x="780" y="221"/>
                    <a:pt x="544" y="155"/>
                    <a:pt x="335" y="25"/>
                  </a:cubicBezTo>
                  <a:cubicBezTo>
                    <a:pt x="304" y="8"/>
                    <a:pt x="274" y="1"/>
                    <a:pt x="24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1875" lIns="91425" spcFirstLastPara="1" rIns="91425" wrap="square" tIns="1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6" name="Google Shape;796;p8"/>
            <p:cNvSpPr/>
            <p:nvPr/>
          </p:nvSpPr>
          <p:spPr>
            <a:xfrm>
              <a:off x="1776960" y="3574800"/>
              <a:ext cx="734040" cy="183600"/>
            </a:xfrm>
            <a:custGeom>
              <a:rect b="b" l="l" r="r" t="t"/>
              <a:pathLst>
                <a:path extrusionOk="0" h="4603" w="18368">
                  <a:moveTo>
                    <a:pt x="2770" y="1"/>
                  </a:moveTo>
                  <a:cubicBezTo>
                    <a:pt x="2463" y="1"/>
                    <a:pt x="2158" y="24"/>
                    <a:pt x="1862" y="67"/>
                  </a:cubicBezTo>
                  <a:cubicBezTo>
                    <a:pt x="1223" y="177"/>
                    <a:pt x="493" y="359"/>
                    <a:pt x="0" y="797"/>
                  </a:cubicBezTo>
                  <a:cubicBezTo>
                    <a:pt x="0" y="797"/>
                    <a:pt x="0" y="834"/>
                    <a:pt x="18" y="834"/>
                  </a:cubicBezTo>
                  <a:cubicBezTo>
                    <a:pt x="767" y="670"/>
                    <a:pt x="1424" y="341"/>
                    <a:pt x="2191" y="268"/>
                  </a:cubicBezTo>
                  <a:cubicBezTo>
                    <a:pt x="2347" y="256"/>
                    <a:pt x="2504" y="250"/>
                    <a:pt x="2660" y="250"/>
                  </a:cubicBezTo>
                  <a:cubicBezTo>
                    <a:pt x="3233" y="250"/>
                    <a:pt x="3804" y="329"/>
                    <a:pt x="4363" y="487"/>
                  </a:cubicBezTo>
                  <a:cubicBezTo>
                    <a:pt x="5915" y="889"/>
                    <a:pt x="7430" y="1400"/>
                    <a:pt x="8963" y="1856"/>
                  </a:cubicBezTo>
                  <a:lnTo>
                    <a:pt x="18146" y="4594"/>
                  </a:lnTo>
                  <a:cubicBezTo>
                    <a:pt x="18161" y="4600"/>
                    <a:pt x="18176" y="4602"/>
                    <a:pt x="18190" y="4602"/>
                  </a:cubicBezTo>
                  <a:cubicBezTo>
                    <a:pt x="18322" y="4602"/>
                    <a:pt x="18367" y="4388"/>
                    <a:pt x="18219" y="4339"/>
                  </a:cubicBezTo>
                  <a:lnTo>
                    <a:pt x="8525" y="1436"/>
                  </a:lnTo>
                  <a:cubicBezTo>
                    <a:pt x="6974" y="962"/>
                    <a:pt x="5385" y="359"/>
                    <a:pt x="3779" y="85"/>
                  </a:cubicBezTo>
                  <a:cubicBezTo>
                    <a:pt x="3445" y="28"/>
                    <a:pt x="3106" y="1"/>
                    <a:pt x="277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7" name="Google Shape;797;p8"/>
            <p:cNvSpPr/>
            <p:nvPr/>
          </p:nvSpPr>
          <p:spPr>
            <a:xfrm>
              <a:off x="2620080" y="3536280"/>
              <a:ext cx="384840" cy="40680"/>
            </a:xfrm>
            <a:custGeom>
              <a:rect b="b" l="l" r="r" t="t"/>
              <a:pathLst>
                <a:path extrusionOk="0" h="1023" w="9629">
                  <a:moveTo>
                    <a:pt x="1708" y="0"/>
                  </a:moveTo>
                  <a:cubicBezTo>
                    <a:pt x="1134" y="0"/>
                    <a:pt x="562" y="41"/>
                    <a:pt x="1" y="123"/>
                  </a:cubicBezTo>
                  <a:cubicBezTo>
                    <a:pt x="1" y="142"/>
                    <a:pt x="1" y="142"/>
                    <a:pt x="1" y="160"/>
                  </a:cubicBezTo>
                  <a:cubicBezTo>
                    <a:pt x="636" y="220"/>
                    <a:pt x="1259" y="256"/>
                    <a:pt x="1889" y="256"/>
                  </a:cubicBezTo>
                  <a:cubicBezTo>
                    <a:pt x="2020" y="256"/>
                    <a:pt x="2151" y="254"/>
                    <a:pt x="2283" y="251"/>
                  </a:cubicBezTo>
                  <a:cubicBezTo>
                    <a:pt x="3049" y="270"/>
                    <a:pt x="3798" y="306"/>
                    <a:pt x="4565" y="361"/>
                  </a:cubicBezTo>
                  <a:cubicBezTo>
                    <a:pt x="6189" y="489"/>
                    <a:pt x="7814" y="708"/>
                    <a:pt x="9420" y="1018"/>
                  </a:cubicBezTo>
                  <a:cubicBezTo>
                    <a:pt x="9432" y="1021"/>
                    <a:pt x="9442" y="1022"/>
                    <a:pt x="9453" y="1022"/>
                  </a:cubicBezTo>
                  <a:cubicBezTo>
                    <a:pt x="9576" y="1022"/>
                    <a:pt x="9628" y="833"/>
                    <a:pt x="9493" y="799"/>
                  </a:cubicBezTo>
                  <a:cubicBezTo>
                    <a:pt x="7924" y="489"/>
                    <a:pt x="6335" y="270"/>
                    <a:pt x="4747" y="142"/>
                  </a:cubicBezTo>
                  <a:cubicBezTo>
                    <a:pt x="3926" y="87"/>
                    <a:pt x="3104" y="32"/>
                    <a:pt x="2283" y="14"/>
                  </a:cubicBezTo>
                  <a:cubicBezTo>
                    <a:pt x="2091" y="5"/>
                    <a:pt x="1899" y="0"/>
                    <a:pt x="170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8" name="Google Shape;798;p8"/>
            <p:cNvSpPr/>
            <p:nvPr/>
          </p:nvSpPr>
          <p:spPr>
            <a:xfrm>
              <a:off x="1908720" y="2964600"/>
              <a:ext cx="123480" cy="620640"/>
            </a:xfrm>
            <a:custGeom>
              <a:rect b="b" l="l" r="r" t="t"/>
              <a:pathLst>
                <a:path extrusionOk="0" h="15531" w="3095">
                  <a:moveTo>
                    <a:pt x="1505" y="0"/>
                  </a:moveTo>
                  <a:cubicBezTo>
                    <a:pt x="1456" y="0"/>
                    <a:pt x="1420" y="60"/>
                    <a:pt x="1433" y="100"/>
                  </a:cubicBezTo>
                  <a:cubicBezTo>
                    <a:pt x="2620" y="2729"/>
                    <a:pt x="1634" y="5267"/>
                    <a:pt x="1105" y="7932"/>
                  </a:cubicBezTo>
                  <a:cubicBezTo>
                    <a:pt x="612" y="10396"/>
                    <a:pt x="247" y="12879"/>
                    <a:pt x="9" y="15380"/>
                  </a:cubicBezTo>
                  <a:cubicBezTo>
                    <a:pt x="0" y="15480"/>
                    <a:pt x="78" y="15531"/>
                    <a:pt x="160" y="15531"/>
                  </a:cubicBezTo>
                  <a:cubicBezTo>
                    <a:pt x="242" y="15531"/>
                    <a:pt x="329" y="15480"/>
                    <a:pt x="338" y="15380"/>
                  </a:cubicBezTo>
                  <a:cubicBezTo>
                    <a:pt x="594" y="12368"/>
                    <a:pt x="1086" y="9374"/>
                    <a:pt x="1780" y="6417"/>
                  </a:cubicBezTo>
                  <a:cubicBezTo>
                    <a:pt x="2255" y="4463"/>
                    <a:pt x="3094" y="1762"/>
                    <a:pt x="1561" y="27"/>
                  </a:cubicBezTo>
                  <a:cubicBezTo>
                    <a:pt x="1542" y="8"/>
                    <a:pt x="1522" y="0"/>
                    <a:pt x="15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9" name="Google Shape;799;p8"/>
            <p:cNvSpPr/>
            <p:nvPr/>
          </p:nvSpPr>
          <p:spPr>
            <a:xfrm>
              <a:off x="1866240" y="2891880"/>
              <a:ext cx="55080" cy="20520"/>
            </a:xfrm>
            <a:custGeom>
              <a:rect b="b" l="l" r="r" t="t"/>
              <a:pathLst>
                <a:path extrusionOk="0" h="519" w="1388">
                  <a:moveTo>
                    <a:pt x="525" y="0"/>
                  </a:moveTo>
                  <a:cubicBezTo>
                    <a:pt x="374" y="0"/>
                    <a:pt x="223" y="33"/>
                    <a:pt x="92" y="99"/>
                  </a:cubicBezTo>
                  <a:cubicBezTo>
                    <a:pt x="0" y="135"/>
                    <a:pt x="55" y="263"/>
                    <a:pt x="128" y="263"/>
                  </a:cubicBezTo>
                  <a:cubicBezTo>
                    <a:pt x="347" y="263"/>
                    <a:pt x="566" y="300"/>
                    <a:pt x="767" y="336"/>
                  </a:cubicBezTo>
                  <a:cubicBezTo>
                    <a:pt x="950" y="391"/>
                    <a:pt x="1114" y="519"/>
                    <a:pt x="1296" y="519"/>
                  </a:cubicBezTo>
                  <a:cubicBezTo>
                    <a:pt x="1351" y="519"/>
                    <a:pt x="1388" y="464"/>
                    <a:pt x="1388" y="409"/>
                  </a:cubicBezTo>
                  <a:cubicBezTo>
                    <a:pt x="1315" y="190"/>
                    <a:pt x="1023" y="99"/>
                    <a:pt x="822" y="44"/>
                  </a:cubicBezTo>
                  <a:cubicBezTo>
                    <a:pt x="727" y="15"/>
                    <a:pt x="626" y="0"/>
                    <a:pt x="5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0" name="Google Shape;800;p8"/>
            <p:cNvSpPr/>
            <p:nvPr/>
          </p:nvSpPr>
          <p:spPr>
            <a:xfrm>
              <a:off x="2770560" y="2880360"/>
              <a:ext cx="39960" cy="27720"/>
            </a:xfrm>
            <a:custGeom>
              <a:rect b="b" l="l" r="r" t="t"/>
              <a:pathLst>
                <a:path extrusionOk="0" h="700" w="1005">
                  <a:moveTo>
                    <a:pt x="737" y="1"/>
                  </a:moveTo>
                  <a:cubicBezTo>
                    <a:pt x="601" y="1"/>
                    <a:pt x="452" y="67"/>
                    <a:pt x="347" y="149"/>
                  </a:cubicBezTo>
                  <a:cubicBezTo>
                    <a:pt x="183" y="258"/>
                    <a:pt x="0" y="404"/>
                    <a:pt x="0" y="605"/>
                  </a:cubicBezTo>
                  <a:cubicBezTo>
                    <a:pt x="0" y="652"/>
                    <a:pt x="41" y="700"/>
                    <a:pt x="100" y="700"/>
                  </a:cubicBezTo>
                  <a:cubicBezTo>
                    <a:pt x="109" y="700"/>
                    <a:pt x="118" y="699"/>
                    <a:pt x="128" y="696"/>
                  </a:cubicBezTo>
                  <a:cubicBezTo>
                    <a:pt x="274" y="642"/>
                    <a:pt x="384" y="514"/>
                    <a:pt x="530" y="459"/>
                  </a:cubicBezTo>
                  <a:cubicBezTo>
                    <a:pt x="694" y="386"/>
                    <a:pt x="877" y="368"/>
                    <a:pt x="968" y="240"/>
                  </a:cubicBezTo>
                  <a:cubicBezTo>
                    <a:pt x="1004" y="185"/>
                    <a:pt x="986" y="112"/>
                    <a:pt x="950" y="76"/>
                  </a:cubicBezTo>
                  <a:cubicBezTo>
                    <a:pt x="890" y="23"/>
                    <a:pt x="816" y="1"/>
                    <a:pt x="7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4025" lIns="91425" spcFirstLastPara="1" rIns="91425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1" name="Google Shape;801;p8"/>
            <p:cNvSpPr/>
            <p:nvPr/>
          </p:nvSpPr>
          <p:spPr>
            <a:xfrm>
              <a:off x="1607040" y="3369600"/>
              <a:ext cx="329040" cy="101520"/>
            </a:xfrm>
            <a:custGeom>
              <a:rect b="b" l="l" r="r" t="t"/>
              <a:pathLst>
                <a:path extrusionOk="0" h="2550" w="8235">
                  <a:moveTo>
                    <a:pt x="110" y="1"/>
                  </a:moveTo>
                  <a:cubicBezTo>
                    <a:pt x="19" y="1"/>
                    <a:pt x="1" y="147"/>
                    <a:pt x="92" y="183"/>
                  </a:cubicBezTo>
                  <a:cubicBezTo>
                    <a:pt x="713" y="439"/>
                    <a:pt x="1425" y="548"/>
                    <a:pt x="2082" y="731"/>
                  </a:cubicBezTo>
                  <a:cubicBezTo>
                    <a:pt x="2721" y="913"/>
                    <a:pt x="3396" y="1096"/>
                    <a:pt x="4072" y="1278"/>
                  </a:cubicBezTo>
                  <a:cubicBezTo>
                    <a:pt x="5386" y="1680"/>
                    <a:pt x="6700" y="2100"/>
                    <a:pt x="8015" y="2538"/>
                  </a:cubicBezTo>
                  <a:cubicBezTo>
                    <a:pt x="8032" y="2546"/>
                    <a:pt x="8048" y="2549"/>
                    <a:pt x="8063" y="2549"/>
                  </a:cubicBezTo>
                  <a:cubicBezTo>
                    <a:pt x="8192" y="2549"/>
                    <a:pt x="8235" y="2295"/>
                    <a:pt x="8088" y="2246"/>
                  </a:cubicBezTo>
                  <a:cubicBezTo>
                    <a:pt x="6755" y="1771"/>
                    <a:pt x="5404" y="1351"/>
                    <a:pt x="4053" y="950"/>
                  </a:cubicBezTo>
                  <a:cubicBezTo>
                    <a:pt x="3378" y="767"/>
                    <a:pt x="2721" y="585"/>
                    <a:pt x="2045" y="420"/>
                  </a:cubicBezTo>
                  <a:cubicBezTo>
                    <a:pt x="1388" y="256"/>
                    <a:pt x="749" y="37"/>
                    <a:pt x="1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0750" lIns="91425" spcFirstLastPara="1" rIns="91425" wrap="square" tIns="50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6" name="Google Shape;806;p9"/>
          <p:cNvGrpSpPr/>
          <p:nvPr/>
        </p:nvGrpSpPr>
        <p:grpSpPr>
          <a:xfrm>
            <a:off x="4498200" y="1023840"/>
            <a:ext cx="4200120" cy="3344760"/>
            <a:chOff x="4498200" y="1023840"/>
            <a:chExt cx="4200120" cy="3344760"/>
          </a:xfrm>
        </p:grpSpPr>
        <p:sp>
          <p:nvSpPr>
            <p:cNvPr id="807" name="Google Shape;807;p9"/>
            <p:cNvSpPr/>
            <p:nvPr/>
          </p:nvSpPr>
          <p:spPr>
            <a:xfrm>
              <a:off x="4498200" y="1023840"/>
              <a:ext cx="4200120" cy="3344760"/>
            </a:xfrm>
            <a:custGeom>
              <a:rect b="b" l="l" r="r" t="t"/>
              <a:pathLst>
                <a:path extrusionOk="0" h="8699" w="13729">
                  <a:moveTo>
                    <a:pt x="407" y="1"/>
                  </a:moveTo>
                  <a:cubicBezTo>
                    <a:pt x="175" y="1"/>
                    <a:pt x="1" y="175"/>
                    <a:pt x="1" y="392"/>
                  </a:cubicBezTo>
                  <a:lnTo>
                    <a:pt x="1" y="8292"/>
                  </a:lnTo>
                  <a:cubicBezTo>
                    <a:pt x="1" y="8524"/>
                    <a:pt x="175" y="8698"/>
                    <a:pt x="407" y="8698"/>
                  </a:cubicBezTo>
                  <a:lnTo>
                    <a:pt x="13322" y="8698"/>
                  </a:lnTo>
                  <a:cubicBezTo>
                    <a:pt x="13540" y="8698"/>
                    <a:pt x="13728" y="8524"/>
                    <a:pt x="13728" y="8292"/>
                  </a:cubicBezTo>
                  <a:lnTo>
                    <a:pt x="13728" y="392"/>
                  </a:lnTo>
                  <a:cubicBezTo>
                    <a:pt x="13728" y="175"/>
                    <a:pt x="13540" y="1"/>
                    <a:pt x="133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8" name="Google Shape;808;p9"/>
            <p:cNvSpPr/>
            <p:nvPr/>
          </p:nvSpPr>
          <p:spPr>
            <a:xfrm>
              <a:off x="4556160" y="1297080"/>
              <a:ext cx="4084560" cy="2987640"/>
            </a:xfrm>
            <a:custGeom>
              <a:rect b="b" l="l" r="r" t="t"/>
              <a:pathLst>
                <a:path extrusionOk="0" h="7771" w="13351">
                  <a:moveTo>
                    <a:pt x="319" y="1"/>
                  </a:moveTo>
                  <a:cubicBezTo>
                    <a:pt x="145" y="1"/>
                    <a:pt x="0" y="131"/>
                    <a:pt x="0" y="305"/>
                  </a:cubicBezTo>
                  <a:lnTo>
                    <a:pt x="0" y="7452"/>
                  </a:lnTo>
                  <a:cubicBezTo>
                    <a:pt x="0" y="7626"/>
                    <a:pt x="145" y="7771"/>
                    <a:pt x="319" y="7771"/>
                  </a:cubicBezTo>
                  <a:lnTo>
                    <a:pt x="13032" y="7771"/>
                  </a:lnTo>
                  <a:cubicBezTo>
                    <a:pt x="13206" y="7771"/>
                    <a:pt x="13351" y="7626"/>
                    <a:pt x="13351" y="7452"/>
                  </a:cubicBezTo>
                  <a:lnTo>
                    <a:pt x="13351" y="305"/>
                  </a:lnTo>
                  <a:cubicBezTo>
                    <a:pt x="13351" y="131"/>
                    <a:pt x="13206" y="1"/>
                    <a:pt x="130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9" name="Google Shape;809;p9"/>
            <p:cNvSpPr/>
            <p:nvPr/>
          </p:nvSpPr>
          <p:spPr>
            <a:xfrm>
              <a:off x="8503200" y="1106640"/>
              <a:ext cx="106560" cy="106560"/>
            </a:xfrm>
            <a:custGeom>
              <a:rect b="b" l="l" r="r" t="t"/>
              <a:pathLst>
                <a:path extrusionOk="0" h="349" w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3275" lIns="91425" spcFirstLastPara="1" rIns="91425" wrap="square" tIns="53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0" name="Google Shape;810;p9"/>
            <p:cNvSpPr/>
            <p:nvPr/>
          </p:nvSpPr>
          <p:spPr>
            <a:xfrm>
              <a:off x="8330400" y="1106640"/>
              <a:ext cx="106200" cy="106560"/>
            </a:xfrm>
            <a:custGeom>
              <a:rect b="b" l="l" r="r" t="t"/>
              <a:pathLst>
                <a:path extrusionOk="0" h="349" w="348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3275" lIns="91425" spcFirstLastPara="1" rIns="91425" wrap="square" tIns="53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1" name="Google Shape;811;p9"/>
            <p:cNvSpPr/>
            <p:nvPr/>
          </p:nvSpPr>
          <p:spPr>
            <a:xfrm>
              <a:off x="8130600" y="1105200"/>
              <a:ext cx="128880" cy="109440"/>
            </a:xfrm>
            <a:custGeom>
              <a:rect b="b" l="l" r="r" t="t"/>
              <a:pathLst>
                <a:path extrusionOk="0" h="359" w="422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700" lIns="91425" spcFirstLastPara="1" rIns="91425" wrap="square" tIns="54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12" name="Google Shape;812;p9"/>
          <p:cNvGrpSpPr/>
          <p:nvPr/>
        </p:nvGrpSpPr>
        <p:grpSpPr>
          <a:xfrm>
            <a:off x="4753800" y="1368360"/>
            <a:ext cx="4200120" cy="3344760"/>
            <a:chOff x="4753800" y="1368360"/>
            <a:chExt cx="4200120" cy="3344760"/>
          </a:xfrm>
        </p:grpSpPr>
        <p:sp>
          <p:nvSpPr>
            <p:cNvPr id="813" name="Google Shape;813;p9"/>
            <p:cNvSpPr/>
            <p:nvPr/>
          </p:nvSpPr>
          <p:spPr>
            <a:xfrm>
              <a:off x="4753800" y="1368360"/>
              <a:ext cx="4200120" cy="3344760"/>
            </a:xfrm>
            <a:custGeom>
              <a:rect b="b" l="l" r="r" t="t"/>
              <a:pathLst>
                <a:path extrusionOk="0" h="8699" w="13729">
                  <a:moveTo>
                    <a:pt x="407" y="1"/>
                  </a:moveTo>
                  <a:cubicBezTo>
                    <a:pt x="175" y="1"/>
                    <a:pt x="1" y="175"/>
                    <a:pt x="1" y="392"/>
                  </a:cubicBezTo>
                  <a:lnTo>
                    <a:pt x="1" y="8292"/>
                  </a:lnTo>
                  <a:cubicBezTo>
                    <a:pt x="1" y="8524"/>
                    <a:pt x="175" y="8698"/>
                    <a:pt x="407" y="8698"/>
                  </a:cubicBezTo>
                  <a:lnTo>
                    <a:pt x="13322" y="8698"/>
                  </a:lnTo>
                  <a:cubicBezTo>
                    <a:pt x="13540" y="8698"/>
                    <a:pt x="13728" y="8524"/>
                    <a:pt x="13728" y="8292"/>
                  </a:cubicBezTo>
                  <a:lnTo>
                    <a:pt x="13728" y="392"/>
                  </a:lnTo>
                  <a:cubicBezTo>
                    <a:pt x="13728" y="175"/>
                    <a:pt x="13540" y="1"/>
                    <a:pt x="133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4" name="Google Shape;814;p9"/>
            <p:cNvSpPr/>
            <p:nvPr/>
          </p:nvSpPr>
          <p:spPr>
            <a:xfrm>
              <a:off x="4811760" y="1641600"/>
              <a:ext cx="4084560" cy="2987640"/>
            </a:xfrm>
            <a:custGeom>
              <a:rect b="b" l="l" r="r" t="t"/>
              <a:pathLst>
                <a:path extrusionOk="0" h="7771" w="13351">
                  <a:moveTo>
                    <a:pt x="319" y="1"/>
                  </a:moveTo>
                  <a:cubicBezTo>
                    <a:pt x="145" y="1"/>
                    <a:pt x="0" y="131"/>
                    <a:pt x="0" y="305"/>
                  </a:cubicBezTo>
                  <a:lnTo>
                    <a:pt x="0" y="7452"/>
                  </a:lnTo>
                  <a:cubicBezTo>
                    <a:pt x="0" y="7626"/>
                    <a:pt x="145" y="7771"/>
                    <a:pt x="319" y="7771"/>
                  </a:cubicBezTo>
                  <a:lnTo>
                    <a:pt x="13032" y="7771"/>
                  </a:lnTo>
                  <a:cubicBezTo>
                    <a:pt x="13206" y="7771"/>
                    <a:pt x="13351" y="7626"/>
                    <a:pt x="13351" y="7452"/>
                  </a:cubicBezTo>
                  <a:lnTo>
                    <a:pt x="13351" y="305"/>
                  </a:lnTo>
                  <a:cubicBezTo>
                    <a:pt x="13351" y="131"/>
                    <a:pt x="13206" y="1"/>
                    <a:pt x="130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5" name="Google Shape;815;p9"/>
            <p:cNvSpPr/>
            <p:nvPr/>
          </p:nvSpPr>
          <p:spPr>
            <a:xfrm>
              <a:off x="8758800" y="1451160"/>
              <a:ext cx="106560" cy="106560"/>
            </a:xfrm>
            <a:custGeom>
              <a:rect b="b" l="l" r="r" t="t"/>
              <a:pathLst>
                <a:path extrusionOk="0" h="349" w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3275" lIns="91425" spcFirstLastPara="1" rIns="91425" wrap="square" tIns="53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6" name="Google Shape;816;p9"/>
            <p:cNvSpPr/>
            <p:nvPr/>
          </p:nvSpPr>
          <p:spPr>
            <a:xfrm>
              <a:off x="8585640" y="1451160"/>
              <a:ext cx="106200" cy="106560"/>
            </a:xfrm>
            <a:custGeom>
              <a:rect b="b" l="l" r="r" t="t"/>
              <a:pathLst>
                <a:path extrusionOk="0" h="349" w="348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3275" lIns="91425" spcFirstLastPara="1" rIns="91425" wrap="square" tIns="53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7" name="Google Shape;817;p9"/>
            <p:cNvSpPr/>
            <p:nvPr/>
          </p:nvSpPr>
          <p:spPr>
            <a:xfrm>
              <a:off x="8385840" y="1449720"/>
              <a:ext cx="128880" cy="109440"/>
            </a:xfrm>
            <a:custGeom>
              <a:rect b="b" l="l" r="r" t="t"/>
              <a:pathLst>
                <a:path extrusionOk="0" h="359" w="422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700" lIns="91425" spcFirstLastPara="1" rIns="91425" wrap="square" tIns="54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pic>
        <p:nvPicPr>
          <p:cNvPr id="818" name="Google Shape;818;p9"/>
          <p:cNvPicPr preferRelativeResize="0"/>
          <p:nvPr/>
        </p:nvPicPr>
        <p:blipFill rotWithShape="1">
          <a:blip r:embed="rId3">
            <a:alphaModFix/>
          </a:blip>
          <a:srcRect b="2069" l="0" r="0" t="2070"/>
          <a:stretch/>
        </p:blipFill>
        <p:spPr>
          <a:xfrm>
            <a:off x="4883400" y="1801800"/>
            <a:ext cx="3938400" cy="2696760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9"/>
          <p:cNvSpPr/>
          <p:nvPr/>
        </p:nvSpPr>
        <p:spPr>
          <a:xfrm>
            <a:off x="5098680" y="1646280"/>
            <a:ext cx="145800" cy="155160"/>
          </a:xfrm>
          <a:custGeom>
            <a:rect b="b" l="l" r="r" t="t"/>
            <a:pathLst>
              <a:path extrusionOk="0" h="836" w="987">
                <a:moveTo>
                  <a:pt x="566" y="1"/>
                </a:moveTo>
                <a:cubicBezTo>
                  <a:pt x="189" y="1"/>
                  <a:pt x="0" y="450"/>
                  <a:pt x="261" y="711"/>
                </a:cubicBezTo>
                <a:cubicBezTo>
                  <a:pt x="347" y="797"/>
                  <a:pt x="453" y="836"/>
                  <a:pt x="558" y="836"/>
                </a:cubicBezTo>
                <a:cubicBezTo>
                  <a:pt x="771" y="836"/>
                  <a:pt x="976" y="674"/>
                  <a:pt x="986" y="421"/>
                </a:cubicBezTo>
                <a:cubicBezTo>
                  <a:pt x="986" y="189"/>
                  <a:pt x="798" y="1"/>
                  <a:pt x="56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77750" lIns="91425" spcFirstLastPara="1" rIns="91425" wrap="square" tIns="77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20" name="Google Shape;820;p9"/>
          <p:cNvSpPr/>
          <p:nvPr/>
        </p:nvSpPr>
        <p:spPr>
          <a:xfrm>
            <a:off x="5345280" y="1646280"/>
            <a:ext cx="145800" cy="155160"/>
          </a:xfrm>
          <a:custGeom>
            <a:rect b="b" l="l" r="r" t="t"/>
            <a:pathLst>
              <a:path extrusionOk="0" h="836" w="987">
                <a:moveTo>
                  <a:pt x="566" y="1"/>
                </a:moveTo>
                <a:cubicBezTo>
                  <a:pt x="189" y="1"/>
                  <a:pt x="0" y="450"/>
                  <a:pt x="261" y="711"/>
                </a:cubicBezTo>
                <a:cubicBezTo>
                  <a:pt x="352" y="797"/>
                  <a:pt x="461" y="836"/>
                  <a:pt x="567" y="836"/>
                </a:cubicBezTo>
                <a:cubicBezTo>
                  <a:pt x="784" y="836"/>
                  <a:pt x="986" y="674"/>
                  <a:pt x="986" y="421"/>
                </a:cubicBezTo>
                <a:cubicBezTo>
                  <a:pt x="986" y="189"/>
                  <a:pt x="798" y="1"/>
                  <a:pt x="56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77750" lIns="91425" spcFirstLastPara="1" rIns="91425" wrap="square" tIns="77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21" name="Google Shape;821;p9"/>
          <p:cNvSpPr txBox="1"/>
          <p:nvPr>
            <p:ph type="title"/>
          </p:nvPr>
        </p:nvSpPr>
        <p:spPr>
          <a:xfrm>
            <a:off x="714240" y="685800"/>
            <a:ext cx="3419280" cy="108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ata"/>
              <a:buNone/>
            </a:pPr>
            <a:r>
              <a:rPr b="0" lang="en-US" sz="2800" u="none" strike="noStrik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UML Use Case диаграма</a:t>
            </a:r>
            <a:endParaRPr b="0" sz="2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9"/>
          <p:cNvSpPr txBox="1"/>
          <p:nvPr>
            <p:ph idx="1" type="subTitle"/>
          </p:nvPr>
        </p:nvSpPr>
        <p:spPr>
          <a:xfrm>
            <a:off x="723960" y="1781280"/>
            <a:ext cx="3381120" cy="2933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9999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UML диаграмата показва ключовия актьор – потребител, който взаимодейства с различни use cases. Тези включват управление на лекарства (добавяне, редактиране, изтриване), управление на лекарски прегледи и абонаменти (преглед на статус, ъпгрейд към Premium, отказ на абонамент). Диаграмата илюстрира ясно всички взаимовръзки и функционалности от гледна точка на потребителя.</a:t>
            </a:r>
            <a:endParaRPr b="0" i="0" sz="14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0"/>
          <p:cNvSpPr txBox="1"/>
          <p:nvPr>
            <p:ph type="title"/>
          </p:nvPr>
        </p:nvSpPr>
        <p:spPr>
          <a:xfrm>
            <a:off x="3514680" y="752400"/>
            <a:ext cx="4914720" cy="11044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2500" lnSpcReduction="9999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lata"/>
              <a:buNone/>
            </a:pPr>
            <a:r>
              <a:rPr b="0" lang="en-US" sz="3500" u="none" strike="noStrik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Activity, Class и Database диаграми</a:t>
            </a:r>
            <a:endParaRPr b="0" sz="35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10"/>
          <p:cNvSpPr txBox="1"/>
          <p:nvPr>
            <p:ph idx="1" type="subTitle"/>
          </p:nvPr>
        </p:nvSpPr>
        <p:spPr>
          <a:xfrm>
            <a:off x="4172040" y="1866960"/>
            <a:ext cx="4266720" cy="27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Activity диаграмата описва процеса по добавяне и редактиране на лекарство: въвеждане на данни, валидация и запис. Class диаграмата показва основните класове като </a:t>
            </a:r>
            <a:r>
              <a:rPr b="0" i="1" lang="en-U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Medication</a:t>
            </a:r>
            <a:r>
              <a:rPr b="0" i="0" lang="en-U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0" i="1" lang="en-U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DoctorVisit</a:t>
            </a:r>
            <a:r>
              <a:rPr b="0" i="0" lang="en-U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b="0" i="1" lang="en-U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Subscription</a:t>
            </a:r>
            <a:r>
              <a:rPr b="0" i="0" lang="en-U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както и основните компоненти на приложението. Database схемата включва таблици за потребители, лекарства, графици и прегледи, с ясни връзки между тях за оптимално управление на данните.</a:t>
            </a:r>
            <a:endParaRPr b="0" i="0" sz="14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829" name="Google Shape;829;p10"/>
          <p:cNvGrpSpPr/>
          <p:nvPr/>
        </p:nvGrpSpPr>
        <p:grpSpPr>
          <a:xfrm>
            <a:off x="889200" y="1473840"/>
            <a:ext cx="2821320" cy="2642760"/>
            <a:chOff x="889200" y="1473840"/>
            <a:chExt cx="2821320" cy="2642760"/>
          </a:xfrm>
        </p:grpSpPr>
        <p:sp>
          <p:nvSpPr>
            <p:cNvPr id="830" name="Google Shape;830;p10"/>
            <p:cNvSpPr/>
            <p:nvPr/>
          </p:nvSpPr>
          <p:spPr>
            <a:xfrm>
              <a:off x="923760" y="1520640"/>
              <a:ext cx="2691360" cy="2595960"/>
            </a:xfrm>
            <a:custGeom>
              <a:rect b="b" l="l" r="r" t="t"/>
              <a:pathLst>
                <a:path extrusionOk="0" h="64925" w="67307">
                  <a:moveTo>
                    <a:pt x="34846" y="1"/>
                  </a:moveTo>
                  <a:cubicBezTo>
                    <a:pt x="25205" y="1"/>
                    <a:pt x="15833" y="4313"/>
                    <a:pt x="9547" y="12127"/>
                  </a:cubicBezTo>
                  <a:cubicBezTo>
                    <a:pt x="913" y="22861"/>
                    <a:pt x="0" y="37867"/>
                    <a:pt x="7266" y="49568"/>
                  </a:cubicBezTo>
                  <a:cubicBezTo>
                    <a:pt x="13264" y="59254"/>
                    <a:pt x="23790" y="64924"/>
                    <a:pt x="34858" y="64924"/>
                  </a:cubicBezTo>
                  <a:cubicBezTo>
                    <a:pt x="37162" y="64924"/>
                    <a:pt x="39489" y="64679"/>
                    <a:pt x="41804" y="64172"/>
                  </a:cubicBezTo>
                  <a:lnTo>
                    <a:pt x="42060" y="64099"/>
                  </a:lnTo>
                  <a:cubicBezTo>
                    <a:pt x="56828" y="60740"/>
                    <a:pt x="67306" y="47615"/>
                    <a:pt x="67306" y="32463"/>
                  </a:cubicBezTo>
                  <a:cubicBezTo>
                    <a:pt x="67306" y="18699"/>
                    <a:pt x="58617" y="6413"/>
                    <a:pt x="45619" y="1849"/>
                  </a:cubicBezTo>
                  <a:cubicBezTo>
                    <a:pt x="42089" y="603"/>
                    <a:pt x="38449" y="1"/>
                    <a:pt x="348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1" name="Google Shape;831;p10"/>
            <p:cNvSpPr/>
            <p:nvPr/>
          </p:nvSpPr>
          <p:spPr>
            <a:xfrm>
              <a:off x="889200" y="1473840"/>
              <a:ext cx="715680" cy="1468440"/>
            </a:xfrm>
            <a:custGeom>
              <a:rect b="b" l="l" r="r" t="t"/>
              <a:pathLst>
                <a:path extrusionOk="0" h="36724" w="17909">
                  <a:moveTo>
                    <a:pt x="11026" y="1"/>
                  </a:moveTo>
                  <a:cubicBezTo>
                    <a:pt x="8744" y="1"/>
                    <a:pt x="6214" y="1084"/>
                    <a:pt x="4272" y="3116"/>
                  </a:cubicBezTo>
                  <a:cubicBezTo>
                    <a:pt x="2592" y="4850"/>
                    <a:pt x="0" y="8793"/>
                    <a:pt x="1351" y="15602"/>
                  </a:cubicBezTo>
                  <a:cubicBezTo>
                    <a:pt x="1880" y="18340"/>
                    <a:pt x="2994" y="21188"/>
                    <a:pt x="4655" y="24182"/>
                  </a:cubicBezTo>
                  <a:cubicBezTo>
                    <a:pt x="6608" y="27669"/>
                    <a:pt x="9310" y="31320"/>
                    <a:pt x="12779" y="35117"/>
                  </a:cubicBezTo>
                  <a:cubicBezTo>
                    <a:pt x="13144" y="35518"/>
                    <a:pt x="13527" y="35938"/>
                    <a:pt x="13929" y="36358"/>
                  </a:cubicBezTo>
                  <a:lnTo>
                    <a:pt x="14275" y="36723"/>
                  </a:lnTo>
                  <a:lnTo>
                    <a:pt x="14622" y="36395"/>
                  </a:lnTo>
                  <a:lnTo>
                    <a:pt x="14969" y="36048"/>
                  </a:lnTo>
                  <a:cubicBezTo>
                    <a:pt x="14841" y="35920"/>
                    <a:pt x="14714" y="35792"/>
                    <a:pt x="14604" y="35665"/>
                  </a:cubicBezTo>
                  <a:cubicBezTo>
                    <a:pt x="14202" y="35263"/>
                    <a:pt x="13819" y="34861"/>
                    <a:pt x="13454" y="34441"/>
                  </a:cubicBezTo>
                  <a:cubicBezTo>
                    <a:pt x="9639" y="30261"/>
                    <a:pt x="6919" y="26391"/>
                    <a:pt x="5075" y="22904"/>
                  </a:cubicBezTo>
                  <a:cubicBezTo>
                    <a:pt x="365" y="13977"/>
                    <a:pt x="1442" y="7424"/>
                    <a:pt x="4965" y="3773"/>
                  </a:cubicBezTo>
                  <a:cubicBezTo>
                    <a:pt x="6704" y="1955"/>
                    <a:pt x="9022" y="960"/>
                    <a:pt x="11064" y="960"/>
                  </a:cubicBezTo>
                  <a:cubicBezTo>
                    <a:pt x="12281" y="960"/>
                    <a:pt x="13400" y="1314"/>
                    <a:pt x="14239" y="2057"/>
                  </a:cubicBezTo>
                  <a:cubicBezTo>
                    <a:pt x="15736" y="3353"/>
                    <a:pt x="16740" y="5124"/>
                    <a:pt x="17050" y="7077"/>
                  </a:cubicBezTo>
                  <a:cubicBezTo>
                    <a:pt x="17342" y="6895"/>
                    <a:pt x="17616" y="6694"/>
                    <a:pt x="17908" y="6511"/>
                  </a:cubicBezTo>
                  <a:cubicBezTo>
                    <a:pt x="17488" y="4503"/>
                    <a:pt x="16411" y="2678"/>
                    <a:pt x="14860" y="1345"/>
                  </a:cubicBezTo>
                  <a:cubicBezTo>
                    <a:pt x="13825" y="437"/>
                    <a:pt x="12475" y="1"/>
                    <a:pt x="11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2" name="Google Shape;832;p10"/>
            <p:cNvSpPr/>
            <p:nvPr/>
          </p:nvSpPr>
          <p:spPr>
            <a:xfrm>
              <a:off x="1384200" y="2840040"/>
              <a:ext cx="116640" cy="115920"/>
            </a:xfrm>
            <a:custGeom>
              <a:rect b="b" l="l" r="r" t="t"/>
              <a:pathLst>
                <a:path extrusionOk="0" h="2904" w="2922">
                  <a:moveTo>
                    <a:pt x="1388" y="1"/>
                  </a:moveTo>
                  <a:lnTo>
                    <a:pt x="1078" y="293"/>
                  </a:lnTo>
                  <a:lnTo>
                    <a:pt x="384" y="950"/>
                  </a:lnTo>
                  <a:lnTo>
                    <a:pt x="1" y="1315"/>
                  </a:lnTo>
                  <a:cubicBezTo>
                    <a:pt x="421" y="1753"/>
                    <a:pt x="841" y="2191"/>
                    <a:pt x="1279" y="2629"/>
                  </a:cubicBezTo>
                  <a:lnTo>
                    <a:pt x="1571" y="2903"/>
                  </a:lnTo>
                  <a:lnTo>
                    <a:pt x="2246" y="2228"/>
                  </a:lnTo>
                  <a:lnTo>
                    <a:pt x="2575" y="1881"/>
                  </a:lnTo>
                  <a:lnTo>
                    <a:pt x="2922" y="1552"/>
                  </a:lnTo>
                  <a:cubicBezTo>
                    <a:pt x="2812" y="1443"/>
                    <a:pt x="2721" y="1351"/>
                    <a:pt x="2611" y="1242"/>
                  </a:cubicBezTo>
                  <a:cubicBezTo>
                    <a:pt x="2192" y="822"/>
                    <a:pt x="1790" y="402"/>
                    <a:pt x="13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7950" lIns="91425" spcFirstLastPara="1" rIns="91425" wrap="square" tIns="57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3" name="Google Shape;833;p10"/>
            <p:cNvSpPr/>
            <p:nvPr/>
          </p:nvSpPr>
          <p:spPr>
            <a:xfrm>
              <a:off x="1386720" y="2872080"/>
              <a:ext cx="321840" cy="268920"/>
            </a:xfrm>
            <a:custGeom>
              <a:rect b="b" l="l" r="r" t="t"/>
              <a:pathLst>
                <a:path extrusionOk="0" h="6731" w="8061">
                  <a:moveTo>
                    <a:pt x="4231" y="1"/>
                  </a:moveTo>
                  <a:cubicBezTo>
                    <a:pt x="3739" y="1"/>
                    <a:pt x="3239" y="108"/>
                    <a:pt x="2767" y="334"/>
                  </a:cubicBezTo>
                  <a:cubicBezTo>
                    <a:pt x="2693" y="371"/>
                    <a:pt x="2620" y="426"/>
                    <a:pt x="2547" y="462"/>
                  </a:cubicBezTo>
                  <a:cubicBezTo>
                    <a:pt x="2401" y="535"/>
                    <a:pt x="2274" y="626"/>
                    <a:pt x="2146" y="718"/>
                  </a:cubicBezTo>
                  <a:cubicBezTo>
                    <a:pt x="1890" y="919"/>
                    <a:pt x="1671" y="1138"/>
                    <a:pt x="1489" y="1411"/>
                  </a:cubicBezTo>
                  <a:cubicBezTo>
                    <a:pt x="1379" y="1539"/>
                    <a:pt x="1288" y="1685"/>
                    <a:pt x="1215" y="1831"/>
                  </a:cubicBezTo>
                  <a:cubicBezTo>
                    <a:pt x="1" y="4199"/>
                    <a:pt x="1852" y="6730"/>
                    <a:pt x="4179" y="6730"/>
                  </a:cubicBezTo>
                  <a:cubicBezTo>
                    <a:pt x="4651" y="6730"/>
                    <a:pt x="5143" y="6626"/>
                    <a:pt x="5633" y="6395"/>
                  </a:cubicBezTo>
                  <a:lnTo>
                    <a:pt x="5633" y="6413"/>
                  </a:lnTo>
                  <a:cubicBezTo>
                    <a:pt x="7330" y="5628"/>
                    <a:pt x="8060" y="3602"/>
                    <a:pt x="7276" y="1923"/>
                  </a:cubicBezTo>
                  <a:cubicBezTo>
                    <a:pt x="6698" y="702"/>
                    <a:pt x="5489" y="1"/>
                    <a:pt x="42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4" name="Google Shape;834;p10"/>
            <p:cNvSpPr/>
            <p:nvPr/>
          </p:nvSpPr>
          <p:spPr>
            <a:xfrm>
              <a:off x="1469160" y="2936520"/>
              <a:ext cx="171360" cy="139320"/>
            </a:xfrm>
            <a:custGeom>
              <a:rect b="b" l="l" r="r" t="t"/>
              <a:pathLst>
                <a:path extrusionOk="0" h="3493" w="4290">
                  <a:moveTo>
                    <a:pt x="2130" y="1"/>
                  </a:moveTo>
                  <a:cubicBezTo>
                    <a:pt x="921" y="1"/>
                    <a:pt x="0" y="1291"/>
                    <a:pt x="565" y="2500"/>
                  </a:cubicBezTo>
                  <a:cubicBezTo>
                    <a:pt x="856" y="3120"/>
                    <a:pt x="1480" y="3493"/>
                    <a:pt x="2135" y="3493"/>
                  </a:cubicBezTo>
                  <a:cubicBezTo>
                    <a:pt x="2386" y="3493"/>
                    <a:pt x="2641" y="3438"/>
                    <a:pt x="2884" y="3322"/>
                  </a:cubicBezTo>
                  <a:cubicBezTo>
                    <a:pt x="4290" y="2664"/>
                    <a:pt x="4198" y="638"/>
                    <a:pt x="2738" y="109"/>
                  </a:cubicBezTo>
                  <a:cubicBezTo>
                    <a:pt x="2531" y="35"/>
                    <a:pt x="2327" y="1"/>
                    <a:pt x="21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9825" lIns="91425" spcFirstLastPara="1" rIns="91425" wrap="square" tIns="69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5" name="Google Shape;835;p10"/>
            <p:cNvSpPr/>
            <p:nvPr/>
          </p:nvSpPr>
          <p:spPr>
            <a:xfrm>
              <a:off x="1522080" y="2980080"/>
              <a:ext cx="64800" cy="52200"/>
            </a:xfrm>
            <a:custGeom>
              <a:rect b="b" l="l" r="r" t="t"/>
              <a:pathLst>
                <a:path extrusionOk="0" h="1315" w="1626">
                  <a:moveTo>
                    <a:pt x="795" y="1"/>
                  </a:moveTo>
                  <a:cubicBezTo>
                    <a:pt x="347" y="1"/>
                    <a:pt x="1" y="482"/>
                    <a:pt x="220" y="937"/>
                  </a:cubicBezTo>
                  <a:cubicBezTo>
                    <a:pt x="338" y="1173"/>
                    <a:pt x="570" y="1315"/>
                    <a:pt x="813" y="1315"/>
                  </a:cubicBezTo>
                  <a:cubicBezTo>
                    <a:pt x="908" y="1315"/>
                    <a:pt x="1004" y="1293"/>
                    <a:pt x="1096" y="1247"/>
                  </a:cubicBezTo>
                  <a:cubicBezTo>
                    <a:pt x="1626" y="991"/>
                    <a:pt x="1589" y="243"/>
                    <a:pt x="1023" y="42"/>
                  </a:cubicBezTo>
                  <a:cubicBezTo>
                    <a:pt x="946" y="14"/>
                    <a:pt x="869" y="1"/>
                    <a:pt x="795" y="1"/>
                  </a:cubicBezTo>
                  <a:close/>
                </a:path>
              </a:pathLst>
            </a:custGeom>
            <a:solidFill>
              <a:srgbClr val="202632"/>
            </a:solidFill>
            <a:ln>
              <a:noFill/>
            </a:ln>
          </p:spPr>
          <p:txBody>
            <a:bodyPr anchorCtr="0" anchor="ctr" bIns="26275" lIns="91425" spcFirstLastPara="1" rIns="91425" wrap="square" tIns="2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6" name="Google Shape;836;p10"/>
            <p:cNvSpPr/>
            <p:nvPr/>
          </p:nvSpPr>
          <p:spPr>
            <a:xfrm>
              <a:off x="3313080" y="2965680"/>
              <a:ext cx="361800" cy="685080"/>
            </a:xfrm>
            <a:custGeom>
              <a:rect b="b" l="l" r="r" t="t"/>
              <a:pathLst>
                <a:path extrusionOk="0" h="17142" w="9056">
                  <a:moveTo>
                    <a:pt x="7741" y="0"/>
                  </a:moveTo>
                  <a:lnTo>
                    <a:pt x="7339" y="92"/>
                  </a:lnTo>
                  <a:lnTo>
                    <a:pt x="6792" y="220"/>
                  </a:lnTo>
                  <a:cubicBezTo>
                    <a:pt x="6828" y="384"/>
                    <a:pt x="6865" y="548"/>
                    <a:pt x="6901" y="712"/>
                  </a:cubicBezTo>
                  <a:cubicBezTo>
                    <a:pt x="6974" y="1059"/>
                    <a:pt x="7047" y="1424"/>
                    <a:pt x="7102" y="1771"/>
                  </a:cubicBezTo>
                  <a:cubicBezTo>
                    <a:pt x="7978" y="6901"/>
                    <a:pt x="7376" y="10753"/>
                    <a:pt x="5277" y="13217"/>
                  </a:cubicBezTo>
                  <a:cubicBezTo>
                    <a:pt x="4236" y="14458"/>
                    <a:pt x="2794" y="15371"/>
                    <a:pt x="987" y="15919"/>
                  </a:cubicBezTo>
                  <a:cubicBezTo>
                    <a:pt x="658" y="16339"/>
                    <a:pt x="329" y="16740"/>
                    <a:pt x="1" y="17142"/>
                  </a:cubicBezTo>
                  <a:cubicBezTo>
                    <a:pt x="2593" y="16613"/>
                    <a:pt x="4601" y="15499"/>
                    <a:pt x="6007" y="13838"/>
                  </a:cubicBezTo>
                  <a:cubicBezTo>
                    <a:pt x="8453" y="10954"/>
                    <a:pt x="9055" y="6463"/>
                    <a:pt x="7832" y="457"/>
                  </a:cubicBezTo>
                  <a:cubicBezTo>
                    <a:pt x="7796" y="311"/>
                    <a:pt x="7759" y="165"/>
                    <a:pt x="7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7" name="Google Shape;837;p10"/>
            <p:cNvSpPr/>
            <p:nvPr/>
          </p:nvSpPr>
          <p:spPr>
            <a:xfrm>
              <a:off x="3287880" y="2490480"/>
              <a:ext cx="414000" cy="312120"/>
            </a:xfrm>
            <a:custGeom>
              <a:rect b="b" l="l" r="r" t="t"/>
              <a:pathLst>
                <a:path extrusionOk="0" h="7815" w="10363">
                  <a:moveTo>
                    <a:pt x="10052" y="0"/>
                  </a:moveTo>
                  <a:cubicBezTo>
                    <a:pt x="9888" y="0"/>
                    <a:pt x="9760" y="128"/>
                    <a:pt x="9760" y="292"/>
                  </a:cubicBezTo>
                  <a:lnTo>
                    <a:pt x="9779" y="4035"/>
                  </a:lnTo>
                  <a:lnTo>
                    <a:pt x="9779" y="4163"/>
                  </a:lnTo>
                  <a:cubicBezTo>
                    <a:pt x="9724" y="5167"/>
                    <a:pt x="9085" y="6043"/>
                    <a:pt x="8136" y="6390"/>
                  </a:cubicBezTo>
                  <a:cubicBezTo>
                    <a:pt x="8081" y="6408"/>
                    <a:pt x="8008" y="6426"/>
                    <a:pt x="7953" y="6444"/>
                  </a:cubicBezTo>
                  <a:lnTo>
                    <a:pt x="5270" y="7156"/>
                  </a:lnTo>
                  <a:cubicBezTo>
                    <a:pt x="5055" y="7216"/>
                    <a:pt x="4838" y="7244"/>
                    <a:pt x="4622" y="7244"/>
                  </a:cubicBezTo>
                  <a:cubicBezTo>
                    <a:pt x="3775" y="7244"/>
                    <a:pt x="2964" y="6803"/>
                    <a:pt x="2513" y="6061"/>
                  </a:cubicBezTo>
                  <a:cubicBezTo>
                    <a:pt x="2495" y="6043"/>
                    <a:pt x="2477" y="6025"/>
                    <a:pt x="2477" y="6006"/>
                  </a:cubicBezTo>
                  <a:lnTo>
                    <a:pt x="596" y="2775"/>
                  </a:lnTo>
                  <a:cubicBezTo>
                    <a:pt x="535" y="2670"/>
                    <a:pt x="441" y="2626"/>
                    <a:pt x="350" y="2626"/>
                  </a:cubicBezTo>
                  <a:cubicBezTo>
                    <a:pt x="172" y="2626"/>
                    <a:pt x="1" y="2795"/>
                    <a:pt x="85" y="3012"/>
                  </a:cubicBezTo>
                  <a:cubicBezTo>
                    <a:pt x="85" y="3031"/>
                    <a:pt x="85" y="3049"/>
                    <a:pt x="103" y="3049"/>
                  </a:cubicBezTo>
                  <a:lnTo>
                    <a:pt x="1965" y="6280"/>
                  </a:lnTo>
                  <a:cubicBezTo>
                    <a:pt x="1984" y="6317"/>
                    <a:pt x="2002" y="6353"/>
                    <a:pt x="2039" y="6371"/>
                  </a:cubicBezTo>
                  <a:cubicBezTo>
                    <a:pt x="2294" y="6791"/>
                    <a:pt x="2641" y="7138"/>
                    <a:pt x="3061" y="7375"/>
                  </a:cubicBezTo>
                  <a:cubicBezTo>
                    <a:pt x="3152" y="7448"/>
                    <a:pt x="3262" y="7485"/>
                    <a:pt x="3371" y="7540"/>
                  </a:cubicBezTo>
                  <a:cubicBezTo>
                    <a:pt x="3462" y="7576"/>
                    <a:pt x="3554" y="7613"/>
                    <a:pt x="3645" y="7649"/>
                  </a:cubicBezTo>
                  <a:cubicBezTo>
                    <a:pt x="3966" y="7760"/>
                    <a:pt x="4293" y="7815"/>
                    <a:pt x="4619" y="7815"/>
                  </a:cubicBezTo>
                  <a:cubicBezTo>
                    <a:pt x="4886" y="7815"/>
                    <a:pt x="5153" y="7778"/>
                    <a:pt x="5416" y="7704"/>
                  </a:cubicBezTo>
                  <a:lnTo>
                    <a:pt x="8099" y="6974"/>
                  </a:lnTo>
                  <a:lnTo>
                    <a:pt x="8172" y="6956"/>
                  </a:lnTo>
                  <a:cubicBezTo>
                    <a:pt x="8720" y="6791"/>
                    <a:pt x="9213" y="6481"/>
                    <a:pt x="9596" y="6043"/>
                  </a:cubicBezTo>
                  <a:cubicBezTo>
                    <a:pt x="9669" y="5970"/>
                    <a:pt x="9724" y="5897"/>
                    <a:pt x="9797" y="5824"/>
                  </a:cubicBezTo>
                  <a:cubicBezTo>
                    <a:pt x="9852" y="5733"/>
                    <a:pt x="9925" y="5623"/>
                    <a:pt x="9979" y="5532"/>
                  </a:cubicBezTo>
                  <a:cubicBezTo>
                    <a:pt x="10199" y="5112"/>
                    <a:pt x="10326" y="4655"/>
                    <a:pt x="10363" y="4181"/>
                  </a:cubicBezTo>
                  <a:lnTo>
                    <a:pt x="10363" y="4035"/>
                  </a:lnTo>
                  <a:lnTo>
                    <a:pt x="10326" y="292"/>
                  </a:lnTo>
                  <a:cubicBezTo>
                    <a:pt x="10326" y="274"/>
                    <a:pt x="10326" y="274"/>
                    <a:pt x="10326" y="256"/>
                  </a:cubicBezTo>
                  <a:cubicBezTo>
                    <a:pt x="10308" y="110"/>
                    <a:pt x="10199" y="0"/>
                    <a:pt x="100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8" name="Google Shape;838;p10"/>
            <p:cNvSpPr/>
            <p:nvPr/>
          </p:nvSpPr>
          <p:spPr>
            <a:xfrm>
              <a:off x="3469320" y="2165400"/>
              <a:ext cx="233280" cy="687600"/>
            </a:xfrm>
            <a:custGeom>
              <a:rect b="b" l="l" r="r" t="t"/>
              <a:pathLst>
                <a:path extrusionOk="0" h="17199" w="5843">
                  <a:moveTo>
                    <a:pt x="2245" y="1"/>
                  </a:moveTo>
                  <a:cubicBezTo>
                    <a:pt x="1934" y="1"/>
                    <a:pt x="1616" y="42"/>
                    <a:pt x="1297" y="130"/>
                  </a:cubicBezTo>
                  <a:lnTo>
                    <a:pt x="256" y="404"/>
                  </a:lnTo>
                  <a:cubicBezTo>
                    <a:pt x="92" y="440"/>
                    <a:pt x="0" y="604"/>
                    <a:pt x="55" y="769"/>
                  </a:cubicBezTo>
                  <a:cubicBezTo>
                    <a:pt x="86" y="893"/>
                    <a:pt x="210" y="977"/>
                    <a:pt x="336" y="977"/>
                  </a:cubicBezTo>
                  <a:cubicBezTo>
                    <a:pt x="358" y="977"/>
                    <a:pt x="380" y="975"/>
                    <a:pt x="402" y="969"/>
                  </a:cubicBezTo>
                  <a:lnTo>
                    <a:pt x="1443" y="677"/>
                  </a:lnTo>
                  <a:cubicBezTo>
                    <a:pt x="1707" y="606"/>
                    <a:pt x="1970" y="573"/>
                    <a:pt x="2228" y="573"/>
                  </a:cubicBezTo>
                  <a:cubicBezTo>
                    <a:pt x="3823" y="573"/>
                    <a:pt x="5203" y="1862"/>
                    <a:pt x="5203" y="3543"/>
                  </a:cubicBezTo>
                  <a:lnTo>
                    <a:pt x="5276" y="16888"/>
                  </a:lnTo>
                  <a:cubicBezTo>
                    <a:pt x="5276" y="17052"/>
                    <a:pt x="5404" y="17180"/>
                    <a:pt x="5568" y="17180"/>
                  </a:cubicBezTo>
                  <a:lnTo>
                    <a:pt x="5568" y="17198"/>
                  </a:lnTo>
                  <a:cubicBezTo>
                    <a:pt x="5714" y="17180"/>
                    <a:pt x="5842" y="17052"/>
                    <a:pt x="5842" y="16906"/>
                  </a:cubicBezTo>
                  <a:lnTo>
                    <a:pt x="5787" y="3543"/>
                  </a:lnTo>
                  <a:cubicBezTo>
                    <a:pt x="5772" y="1536"/>
                    <a:pt x="4140" y="1"/>
                    <a:pt x="22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9" name="Google Shape;839;p10"/>
            <p:cNvSpPr/>
            <p:nvPr/>
          </p:nvSpPr>
          <p:spPr>
            <a:xfrm>
              <a:off x="3147480" y="2224080"/>
              <a:ext cx="336960" cy="687960"/>
            </a:xfrm>
            <a:custGeom>
              <a:rect b="b" l="l" r="r" t="t"/>
              <a:pathLst>
                <a:path extrusionOk="0" h="17215" w="8435">
                  <a:moveTo>
                    <a:pt x="4470" y="0"/>
                  </a:moveTo>
                  <a:cubicBezTo>
                    <a:pt x="4437" y="0"/>
                    <a:pt x="4401" y="6"/>
                    <a:pt x="4364" y="19"/>
                  </a:cubicBezTo>
                  <a:lnTo>
                    <a:pt x="3323" y="292"/>
                  </a:lnTo>
                  <a:cubicBezTo>
                    <a:pt x="1060" y="913"/>
                    <a:pt x="1" y="3487"/>
                    <a:pt x="1169" y="5513"/>
                  </a:cubicBezTo>
                  <a:lnTo>
                    <a:pt x="3597" y="9694"/>
                  </a:lnTo>
                  <a:lnTo>
                    <a:pt x="5551" y="13053"/>
                  </a:lnTo>
                  <a:lnTo>
                    <a:pt x="6226" y="14258"/>
                  </a:lnTo>
                  <a:lnTo>
                    <a:pt x="7869" y="17069"/>
                  </a:lnTo>
                  <a:cubicBezTo>
                    <a:pt x="7905" y="17160"/>
                    <a:pt x="8015" y="17215"/>
                    <a:pt x="8106" y="17215"/>
                  </a:cubicBezTo>
                  <a:cubicBezTo>
                    <a:pt x="8161" y="17215"/>
                    <a:pt x="8216" y="17197"/>
                    <a:pt x="8252" y="17178"/>
                  </a:cubicBezTo>
                  <a:cubicBezTo>
                    <a:pt x="8398" y="17087"/>
                    <a:pt x="8435" y="16923"/>
                    <a:pt x="8362" y="16777"/>
                  </a:cubicBezTo>
                  <a:lnTo>
                    <a:pt x="6883" y="14239"/>
                  </a:lnTo>
                  <a:lnTo>
                    <a:pt x="6737" y="13984"/>
                  </a:lnTo>
                  <a:lnTo>
                    <a:pt x="6025" y="12761"/>
                  </a:lnTo>
                  <a:lnTo>
                    <a:pt x="1680" y="5221"/>
                  </a:lnTo>
                  <a:cubicBezTo>
                    <a:pt x="695" y="3524"/>
                    <a:pt x="1571" y="1369"/>
                    <a:pt x="3469" y="858"/>
                  </a:cubicBezTo>
                  <a:lnTo>
                    <a:pt x="4510" y="566"/>
                  </a:lnTo>
                  <a:cubicBezTo>
                    <a:pt x="4872" y="484"/>
                    <a:pt x="4774" y="0"/>
                    <a:pt x="44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0" name="Google Shape;840;p10"/>
            <p:cNvSpPr/>
            <p:nvPr/>
          </p:nvSpPr>
          <p:spPr>
            <a:xfrm>
              <a:off x="3389760" y="2711520"/>
              <a:ext cx="320760" cy="288000"/>
            </a:xfrm>
            <a:custGeom>
              <a:rect b="b" l="l" r="r" t="t"/>
              <a:pathLst>
                <a:path extrusionOk="0" h="7213" w="8033">
                  <a:moveTo>
                    <a:pt x="7047" y="1"/>
                  </a:moveTo>
                  <a:lnTo>
                    <a:pt x="7047" y="530"/>
                  </a:lnTo>
                  <a:lnTo>
                    <a:pt x="7065" y="4601"/>
                  </a:lnTo>
                  <a:cubicBezTo>
                    <a:pt x="7065" y="5130"/>
                    <a:pt x="6719" y="5587"/>
                    <a:pt x="6207" y="5733"/>
                  </a:cubicBezTo>
                  <a:lnTo>
                    <a:pt x="5477" y="5934"/>
                  </a:lnTo>
                  <a:lnTo>
                    <a:pt x="4455" y="6207"/>
                  </a:lnTo>
                  <a:cubicBezTo>
                    <a:pt x="4349" y="6238"/>
                    <a:pt x="4242" y="6252"/>
                    <a:pt x="4137" y="6252"/>
                  </a:cubicBezTo>
                  <a:cubicBezTo>
                    <a:pt x="3736" y="6252"/>
                    <a:pt x="3361" y="6040"/>
                    <a:pt x="3159" y="5678"/>
                  </a:cubicBezTo>
                  <a:lnTo>
                    <a:pt x="1096" y="2137"/>
                  </a:lnTo>
                  <a:lnTo>
                    <a:pt x="840" y="1680"/>
                  </a:lnTo>
                  <a:lnTo>
                    <a:pt x="676" y="1771"/>
                  </a:lnTo>
                  <a:lnTo>
                    <a:pt x="512" y="1863"/>
                  </a:lnTo>
                  <a:lnTo>
                    <a:pt x="165" y="2064"/>
                  </a:lnTo>
                  <a:lnTo>
                    <a:pt x="1" y="2155"/>
                  </a:lnTo>
                  <a:lnTo>
                    <a:pt x="2319" y="6153"/>
                  </a:lnTo>
                  <a:cubicBezTo>
                    <a:pt x="2700" y="6812"/>
                    <a:pt x="3411" y="7213"/>
                    <a:pt x="4149" y="7213"/>
                  </a:cubicBezTo>
                  <a:cubicBezTo>
                    <a:pt x="4330" y="7213"/>
                    <a:pt x="4512" y="7189"/>
                    <a:pt x="4692" y="7138"/>
                  </a:cubicBezTo>
                  <a:lnTo>
                    <a:pt x="4984" y="7065"/>
                  </a:lnTo>
                  <a:lnTo>
                    <a:pt x="5349" y="6956"/>
                  </a:lnTo>
                  <a:lnTo>
                    <a:pt x="5897" y="6810"/>
                  </a:lnTo>
                  <a:lnTo>
                    <a:pt x="6463" y="6664"/>
                  </a:lnTo>
                  <a:cubicBezTo>
                    <a:pt x="7394" y="6408"/>
                    <a:pt x="8033" y="5568"/>
                    <a:pt x="8033" y="4601"/>
                  </a:cubicBezTo>
                  <a:lnTo>
                    <a:pt x="80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1" name="Google Shape;841;p10"/>
            <p:cNvSpPr/>
            <p:nvPr/>
          </p:nvSpPr>
          <p:spPr>
            <a:xfrm>
              <a:off x="2155320" y="1702080"/>
              <a:ext cx="509400" cy="339120"/>
            </a:xfrm>
            <a:custGeom>
              <a:rect b="b" l="l" r="r" t="t"/>
              <a:pathLst>
                <a:path extrusionOk="0" h="8490" w="12743">
                  <a:moveTo>
                    <a:pt x="7467" y="1"/>
                  </a:moveTo>
                  <a:cubicBezTo>
                    <a:pt x="3724" y="1"/>
                    <a:pt x="2830" y="2940"/>
                    <a:pt x="0" y="3214"/>
                  </a:cubicBezTo>
                  <a:lnTo>
                    <a:pt x="1935" y="8490"/>
                  </a:lnTo>
                  <a:lnTo>
                    <a:pt x="11373" y="8490"/>
                  </a:lnTo>
                  <a:lnTo>
                    <a:pt x="12742" y="3177"/>
                  </a:lnTo>
                  <a:cubicBezTo>
                    <a:pt x="10406" y="2392"/>
                    <a:pt x="10132" y="1"/>
                    <a:pt x="7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2" name="Google Shape;842;p10"/>
            <p:cNvSpPr/>
            <p:nvPr/>
          </p:nvSpPr>
          <p:spPr>
            <a:xfrm>
              <a:off x="2453760" y="1809360"/>
              <a:ext cx="39960" cy="108360"/>
            </a:xfrm>
            <a:custGeom>
              <a:rect b="b" l="l" r="r" t="t"/>
              <a:pathLst>
                <a:path extrusionOk="0" h="2721" w="1005">
                  <a:moveTo>
                    <a:pt x="329" y="0"/>
                  </a:moveTo>
                  <a:lnTo>
                    <a:pt x="1" y="2611"/>
                  </a:lnTo>
                  <a:lnTo>
                    <a:pt x="859" y="2720"/>
                  </a:lnTo>
                  <a:lnTo>
                    <a:pt x="1005" y="7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6663"/>
            </a:solidFill>
            <a:ln>
              <a:noFill/>
            </a:ln>
          </p:spPr>
          <p:txBody>
            <a:bodyPr anchorCtr="0" anchor="ctr" bIns="54350" lIns="91425" spcFirstLastPara="1" rIns="91425" wrap="square" tIns="54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3" name="Google Shape;843;p10"/>
            <p:cNvSpPr/>
            <p:nvPr/>
          </p:nvSpPr>
          <p:spPr>
            <a:xfrm>
              <a:off x="2423160" y="1839960"/>
              <a:ext cx="108360" cy="39960"/>
            </a:xfrm>
            <a:custGeom>
              <a:rect b="b" l="l" r="r" t="t"/>
              <a:pathLst>
                <a:path extrusionOk="0" h="1005" w="2721">
                  <a:moveTo>
                    <a:pt x="92" y="0"/>
                  </a:moveTo>
                  <a:lnTo>
                    <a:pt x="1" y="858"/>
                  </a:lnTo>
                  <a:lnTo>
                    <a:pt x="2630" y="1004"/>
                  </a:lnTo>
                  <a:lnTo>
                    <a:pt x="2721" y="329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FF6663"/>
            </a:solidFill>
            <a:ln>
              <a:noFill/>
            </a:ln>
          </p:spPr>
          <p:txBody>
            <a:bodyPr anchorCtr="0" anchor="ctr" bIns="20150" lIns="91425" spcFirstLastPara="1" rIns="91425" wrap="square" tIns="20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4" name="Google Shape;844;p10"/>
            <p:cNvSpPr/>
            <p:nvPr/>
          </p:nvSpPr>
          <p:spPr>
            <a:xfrm>
              <a:off x="2832840" y="3432960"/>
              <a:ext cx="271080" cy="234720"/>
            </a:xfrm>
            <a:custGeom>
              <a:rect b="b" l="l" r="r" t="t"/>
              <a:pathLst>
                <a:path extrusionOk="0" h="5879" w="6791">
                  <a:moveTo>
                    <a:pt x="6681" y="1"/>
                  </a:moveTo>
                  <a:lnTo>
                    <a:pt x="6681" y="1"/>
                  </a:lnTo>
                  <a:cubicBezTo>
                    <a:pt x="3633" y="202"/>
                    <a:pt x="0" y="2830"/>
                    <a:pt x="0" y="2830"/>
                  </a:cubicBezTo>
                  <a:lnTo>
                    <a:pt x="1077" y="5879"/>
                  </a:lnTo>
                  <a:cubicBezTo>
                    <a:pt x="6791" y="2465"/>
                    <a:pt x="6681" y="1"/>
                    <a:pt x="6681" y="1"/>
                  </a:cubicBezTo>
                  <a:close/>
                </a:path>
              </a:pathLst>
            </a:custGeom>
            <a:solidFill>
              <a:srgbClr val="2026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5" name="Google Shape;845;p10"/>
            <p:cNvSpPr/>
            <p:nvPr/>
          </p:nvSpPr>
          <p:spPr>
            <a:xfrm>
              <a:off x="1563120" y="3445560"/>
              <a:ext cx="336240" cy="269640"/>
            </a:xfrm>
            <a:custGeom>
              <a:rect b="b" l="l" r="r" t="t"/>
              <a:pathLst>
                <a:path extrusionOk="0" h="6755" w="8417">
                  <a:moveTo>
                    <a:pt x="512" y="0"/>
                  </a:moveTo>
                  <a:cubicBezTo>
                    <a:pt x="512" y="0"/>
                    <a:pt x="0" y="3688"/>
                    <a:pt x="8270" y="6754"/>
                  </a:cubicBezTo>
                  <a:lnTo>
                    <a:pt x="8416" y="3268"/>
                  </a:lnTo>
                  <a:cubicBezTo>
                    <a:pt x="8416" y="3268"/>
                    <a:pt x="5094" y="73"/>
                    <a:pt x="512" y="0"/>
                  </a:cubicBezTo>
                  <a:close/>
                </a:path>
              </a:pathLst>
            </a:custGeom>
            <a:solidFill>
              <a:srgbClr val="2026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6" name="Google Shape;846;p10"/>
            <p:cNvSpPr/>
            <p:nvPr/>
          </p:nvSpPr>
          <p:spPr>
            <a:xfrm>
              <a:off x="1584360" y="2781720"/>
              <a:ext cx="1515240" cy="1334880"/>
            </a:xfrm>
            <a:custGeom>
              <a:rect b="b" l="l" r="r" t="t"/>
              <a:pathLst>
                <a:path extrusionOk="0" h="33386" w="37899">
                  <a:moveTo>
                    <a:pt x="16303" y="0"/>
                  </a:moveTo>
                  <a:cubicBezTo>
                    <a:pt x="16303" y="0"/>
                    <a:pt x="15591" y="146"/>
                    <a:pt x="14514" y="402"/>
                  </a:cubicBezTo>
                  <a:cubicBezTo>
                    <a:pt x="14002" y="530"/>
                    <a:pt x="13418" y="694"/>
                    <a:pt x="12779" y="858"/>
                  </a:cubicBezTo>
                  <a:cubicBezTo>
                    <a:pt x="10753" y="1424"/>
                    <a:pt x="8307" y="2209"/>
                    <a:pt x="6755" y="3140"/>
                  </a:cubicBezTo>
                  <a:cubicBezTo>
                    <a:pt x="4638" y="4418"/>
                    <a:pt x="2191" y="10460"/>
                    <a:pt x="895" y="14002"/>
                  </a:cubicBezTo>
                  <a:cubicBezTo>
                    <a:pt x="859" y="14111"/>
                    <a:pt x="841" y="14203"/>
                    <a:pt x="804" y="14294"/>
                  </a:cubicBezTo>
                  <a:cubicBezTo>
                    <a:pt x="311" y="15681"/>
                    <a:pt x="1" y="16612"/>
                    <a:pt x="1" y="16612"/>
                  </a:cubicBezTo>
                  <a:cubicBezTo>
                    <a:pt x="1" y="16612"/>
                    <a:pt x="512" y="16722"/>
                    <a:pt x="1297" y="16941"/>
                  </a:cubicBezTo>
                  <a:lnTo>
                    <a:pt x="1480" y="16996"/>
                  </a:lnTo>
                  <a:cubicBezTo>
                    <a:pt x="2593" y="17306"/>
                    <a:pt x="3707" y="17671"/>
                    <a:pt x="4784" y="18109"/>
                  </a:cubicBezTo>
                  <a:lnTo>
                    <a:pt x="4911" y="18182"/>
                  </a:lnTo>
                  <a:cubicBezTo>
                    <a:pt x="5806" y="18547"/>
                    <a:pt x="6646" y="18985"/>
                    <a:pt x="7431" y="19515"/>
                  </a:cubicBezTo>
                  <a:cubicBezTo>
                    <a:pt x="7577" y="19624"/>
                    <a:pt x="7686" y="19697"/>
                    <a:pt x="7759" y="19752"/>
                  </a:cubicBezTo>
                  <a:lnTo>
                    <a:pt x="7851" y="19825"/>
                  </a:lnTo>
                  <a:lnTo>
                    <a:pt x="7887" y="19843"/>
                  </a:lnTo>
                  <a:cubicBezTo>
                    <a:pt x="7997" y="19935"/>
                    <a:pt x="8106" y="20026"/>
                    <a:pt x="8197" y="20117"/>
                  </a:cubicBezTo>
                  <a:cubicBezTo>
                    <a:pt x="8270" y="20172"/>
                    <a:pt x="8307" y="20227"/>
                    <a:pt x="8380" y="20282"/>
                  </a:cubicBezTo>
                  <a:lnTo>
                    <a:pt x="7285" y="27219"/>
                  </a:lnTo>
                  <a:lnTo>
                    <a:pt x="6646" y="31216"/>
                  </a:lnTo>
                  <a:cubicBezTo>
                    <a:pt x="10405" y="32658"/>
                    <a:pt x="14375" y="33385"/>
                    <a:pt x="18354" y="33385"/>
                  </a:cubicBezTo>
                  <a:cubicBezTo>
                    <a:pt x="20674" y="33385"/>
                    <a:pt x="22998" y="33138"/>
                    <a:pt x="25284" y="32640"/>
                  </a:cubicBezTo>
                  <a:lnTo>
                    <a:pt x="25540" y="32567"/>
                  </a:lnTo>
                  <a:cubicBezTo>
                    <a:pt x="28570" y="31892"/>
                    <a:pt x="31491" y="30778"/>
                    <a:pt x="34193" y="29263"/>
                  </a:cubicBezTo>
                  <a:cubicBezTo>
                    <a:pt x="34047" y="28697"/>
                    <a:pt x="33901" y="28131"/>
                    <a:pt x="33754" y="27547"/>
                  </a:cubicBezTo>
                  <a:cubicBezTo>
                    <a:pt x="33280" y="25649"/>
                    <a:pt x="32750" y="23695"/>
                    <a:pt x="32294" y="22125"/>
                  </a:cubicBezTo>
                  <a:cubicBezTo>
                    <a:pt x="32039" y="21194"/>
                    <a:pt x="31728" y="20282"/>
                    <a:pt x="31363" y="19387"/>
                  </a:cubicBezTo>
                  <a:cubicBezTo>
                    <a:pt x="31363" y="19351"/>
                    <a:pt x="31345" y="19314"/>
                    <a:pt x="31327" y="19296"/>
                  </a:cubicBezTo>
                  <a:cubicBezTo>
                    <a:pt x="31308" y="19241"/>
                    <a:pt x="31272" y="19205"/>
                    <a:pt x="31254" y="19150"/>
                  </a:cubicBezTo>
                  <a:cubicBezTo>
                    <a:pt x="31235" y="19132"/>
                    <a:pt x="31235" y="19132"/>
                    <a:pt x="31217" y="19113"/>
                  </a:cubicBezTo>
                  <a:lnTo>
                    <a:pt x="31308" y="19058"/>
                  </a:lnTo>
                  <a:cubicBezTo>
                    <a:pt x="31345" y="19040"/>
                    <a:pt x="31436" y="19004"/>
                    <a:pt x="31473" y="18967"/>
                  </a:cubicBezTo>
                  <a:cubicBezTo>
                    <a:pt x="31509" y="18949"/>
                    <a:pt x="31546" y="18931"/>
                    <a:pt x="31582" y="18912"/>
                  </a:cubicBezTo>
                  <a:cubicBezTo>
                    <a:pt x="32896" y="18219"/>
                    <a:pt x="34229" y="17598"/>
                    <a:pt x="35616" y="17050"/>
                  </a:cubicBezTo>
                  <a:lnTo>
                    <a:pt x="35653" y="17032"/>
                  </a:lnTo>
                  <a:cubicBezTo>
                    <a:pt x="35909" y="16941"/>
                    <a:pt x="36164" y="16850"/>
                    <a:pt x="36420" y="16758"/>
                  </a:cubicBezTo>
                  <a:lnTo>
                    <a:pt x="36493" y="16722"/>
                  </a:lnTo>
                  <a:lnTo>
                    <a:pt x="36621" y="16685"/>
                  </a:lnTo>
                  <a:cubicBezTo>
                    <a:pt x="37040" y="16539"/>
                    <a:pt x="37479" y="16411"/>
                    <a:pt x="37898" y="16284"/>
                  </a:cubicBezTo>
                  <a:cubicBezTo>
                    <a:pt x="37898" y="16284"/>
                    <a:pt x="37570" y="15426"/>
                    <a:pt x="37077" y="14148"/>
                  </a:cubicBezTo>
                  <a:lnTo>
                    <a:pt x="36967" y="13892"/>
                  </a:lnTo>
                  <a:cubicBezTo>
                    <a:pt x="35397" y="10095"/>
                    <a:pt x="32239" y="3067"/>
                    <a:pt x="30396" y="2538"/>
                  </a:cubicBezTo>
                  <a:cubicBezTo>
                    <a:pt x="29465" y="2264"/>
                    <a:pt x="28497" y="2026"/>
                    <a:pt x="27603" y="1807"/>
                  </a:cubicBezTo>
                  <a:cubicBezTo>
                    <a:pt x="27128" y="1680"/>
                    <a:pt x="26672" y="1588"/>
                    <a:pt x="26233" y="1479"/>
                  </a:cubicBezTo>
                  <a:lnTo>
                    <a:pt x="25229" y="1260"/>
                  </a:lnTo>
                  <a:cubicBezTo>
                    <a:pt x="23933" y="986"/>
                    <a:pt x="23057" y="822"/>
                    <a:pt x="23057" y="822"/>
                  </a:cubicBezTo>
                  <a:lnTo>
                    <a:pt x="21158" y="584"/>
                  </a:lnTo>
                  <a:lnTo>
                    <a:pt x="163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7" name="Google Shape;847;p10"/>
            <p:cNvSpPr/>
            <p:nvPr/>
          </p:nvSpPr>
          <p:spPr>
            <a:xfrm>
              <a:off x="2710800" y="3052440"/>
              <a:ext cx="133200" cy="488520"/>
            </a:xfrm>
            <a:custGeom>
              <a:rect b="b" l="l" r="r" t="t"/>
              <a:pathLst>
                <a:path extrusionOk="0" h="12225" w="3342">
                  <a:moveTo>
                    <a:pt x="379" y="0"/>
                  </a:moveTo>
                  <a:cubicBezTo>
                    <a:pt x="367" y="0"/>
                    <a:pt x="354" y="6"/>
                    <a:pt x="347" y="20"/>
                  </a:cubicBezTo>
                  <a:cubicBezTo>
                    <a:pt x="92" y="367"/>
                    <a:pt x="92" y="988"/>
                    <a:pt x="55" y="1444"/>
                  </a:cubicBezTo>
                  <a:cubicBezTo>
                    <a:pt x="0" y="1992"/>
                    <a:pt x="0" y="2539"/>
                    <a:pt x="37" y="3087"/>
                  </a:cubicBezTo>
                  <a:cubicBezTo>
                    <a:pt x="146" y="4054"/>
                    <a:pt x="457" y="4985"/>
                    <a:pt x="968" y="5825"/>
                  </a:cubicBezTo>
                  <a:cubicBezTo>
                    <a:pt x="1461" y="6647"/>
                    <a:pt x="2063" y="7377"/>
                    <a:pt x="2465" y="8253"/>
                  </a:cubicBezTo>
                  <a:cubicBezTo>
                    <a:pt x="3031" y="9476"/>
                    <a:pt x="2921" y="10718"/>
                    <a:pt x="2720" y="12014"/>
                  </a:cubicBezTo>
                  <a:cubicBezTo>
                    <a:pt x="2710" y="12149"/>
                    <a:pt x="2800" y="12225"/>
                    <a:pt x="2886" y="12225"/>
                  </a:cubicBezTo>
                  <a:cubicBezTo>
                    <a:pt x="2952" y="12225"/>
                    <a:pt x="3015" y="12181"/>
                    <a:pt x="3031" y="12087"/>
                  </a:cubicBezTo>
                  <a:cubicBezTo>
                    <a:pt x="3195" y="11010"/>
                    <a:pt x="3341" y="9878"/>
                    <a:pt x="3013" y="8801"/>
                  </a:cubicBezTo>
                  <a:cubicBezTo>
                    <a:pt x="2720" y="7906"/>
                    <a:pt x="2191" y="7140"/>
                    <a:pt x="1698" y="6391"/>
                  </a:cubicBezTo>
                  <a:cubicBezTo>
                    <a:pt x="1114" y="5515"/>
                    <a:pt x="585" y="4639"/>
                    <a:pt x="384" y="3562"/>
                  </a:cubicBezTo>
                  <a:cubicBezTo>
                    <a:pt x="256" y="2886"/>
                    <a:pt x="238" y="2192"/>
                    <a:pt x="311" y="1499"/>
                  </a:cubicBezTo>
                  <a:cubicBezTo>
                    <a:pt x="347" y="1042"/>
                    <a:pt x="530" y="476"/>
                    <a:pt x="420" y="38"/>
                  </a:cubicBezTo>
                  <a:cubicBezTo>
                    <a:pt x="420" y="16"/>
                    <a:pt x="399" y="0"/>
                    <a:pt x="3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8" name="Google Shape;848;p10"/>
            <p:cNvSpPr/>
            <p:nvPr/>
          </p:nvSpPr>
          <p:spPr>
            <a:xfrm>
              <a:off x="2818440" y="3325680"/>
              <a:ext cx="239760" cy="80640"/>
            </a:xfrm>
            <a:custGeom>
              <a:rect b="b" l="l" r="r" t="t"/>
              <a:pathLst>
                <a:path extrusionOk="0" h="2029" w="6002">
                  <a:moveTo>
                    <a:pt x="5874" y="0"/>
                  </a:moveTo>
                  <a:cubicBezTo>
                    <a:pt x="4852" y="110"/>
                    <a:pt x="3866" y="311"/>
                    <a:pt x="2898" y="621"/>
                  </a:cubicBezTo>
                  <a:cubicBezTo>
                    <a:pt x="1894" y="895"/>
                    <a:pt x="945" y="1315"/>
                    <a:pt x="69" y="1862"/>
                  </a:cubicBezTo>
                  <a:cubicBezTo>
                    <a:pt x="1" y="1913"/>
                    <a:pt x="44" y="2028"/>
                    <a:pt x="110" y="2028"/>
                  </a:cubicBezTo>
                  <a:cubicBezTo>
                    <a:pt x="114" y="2028"/>
                    <a:pt x="119" y="2028"/>
                    <a:pt x="124" y="2027"/>
                  </a:cubicBezTo>
                  <a:cubicBezTo>
                    <a:pt x="1036" y="1643"/>
                    <a:pt x="1949" y="1187"/>
                    <a:pt x="2880" y="895"/>
                  </a:cubicBezTo>
                  <a:cubicBezTo>
                    <a:pt x="3848" y="603"/>
                    <a:pt x="4852" y="384"/>
                    <a:pt x="5874" y="274"/>
                  </a:cubicBezTo>
                  <a:cubicBezTo>
                    <a:pt x="6002" y="274"/>
                    <a:pt x="6002" y="0"/>
                    <a:pt x="58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0300" lIns="91425" spcFirstLastPara="1" rIns="91425" wrap="square" tIns="40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9" name="Google Shape;849;p10"/>
            <p:cNvSpPr/>
            <p:nvPr/>
          </p:nvSpPr>
          <p:spPr>
            <a:xfrm>
              <a:off x="2516040" y="3341880"/>
              <a:ext cx="91800" cy="745200"/>
            </a:xfrm>
            <a:custGeom>
              <a:rect b="b" l="l" r="r" t="t"/>
              <a:pathLst>
                <a:path extrusionOk="0" h="18640" w="2301">
                  <a:moveTo>
                    <a:pt x="92" y="1"/>
                  </a:moveTo>
                  <a:cubicBezTo>
                    <a:pt x="37" y="19"/>
                    <a:pt x="0" y="74"/>
                    <a:pt x="19" y="129"/>
                  </a:cubicBezTo>
                  <a:cubicBezTo>
                    <a:pt x="329" y="1699"/>
                    <a:pt x="658" y="3250"/>
                    <a:pt x="931" y="4820"/>
                  </a:cubicBezTo>
                  <a:cubicBezTo>
                    <a:pt x="1223" y="6463"/>
                    <a:pt x="1461" y="8106"/>
                    <a:pt x="1643" y="9786"/>
                  </a:cubicBezTo>
                  <a:cubicBezTo>
                    <a:pt x="1662" y="9859"/>
                    <a:pt x="1662" y="9913"/>
                    <a:pt x="1662" y="9986"/>
                  </a:cubicBezTo>
                  <a:cubicBezTo>
                    <a:pt x="1698" y="10351"/>
                    <a:pt x="1735" y="10698"/>
                    <a:pt x="1771" y="11063"/>
                  </a:cubicBezTo>
                  <a:lnTo>
                    <a:pt x="1771" y="11191"/>
                  </a:lnTo>
                  <a:cubicBezTo>
                    <a:pt x="1972" y="13656"/>
                    <a:pt x="2045" y="16157"/>
                    <a:pt x="1990" y="18639"/>
                  </a:cubicBezTo>
                  <a:lnTo>
                    <a:pt x="2246" y="18566"/>
                  </a:lnTo>
                  <a:cubicBezTo>
                    <a:pt x="2300" y="16102"/>
                    <a:pt x="2227" y="13619"/>
                    <a:pt x="2027" y="11155"/>
                  </a:cubicBezTo>
                  <a:cubicBezTo>
                    <a:pt x="1990" y="10735"/>
                    <a:pt x="1954" y="10333"/>
                    <a:pt x="1917" y="9932"/>
                  </a:cubicBezTo>
                  <a:cubicBezTo>
                    <a:pt x="1917" y="9895"/>
                    <a:pt x="1899" y="9859"/>
                    <a:pt x="1899" y="9822"/>
                  </a:cubicBezTo>
                  <a:cubicBezTo>
                    <a:pt x="1735" y="8197"/>
                    <a:pt x="1515" y="6591"/>
                    <a:pt x="1242" y="4966"/>
                  </a:cubicBezTo>
                  <a:cubicBezTo>
                    <a:pt x="1223" y="4930"/>
                    <a:pt x="1223" y="4875"/>
                    <a:pt x="1223" y="4838"/>
                  </a:cubicBezTo>
                  <a:cubicBezTo>
                    <a:pt x="950" y="3232"/>
                    <a:pt x="639" y="1626"/>
                    <a:pt x="201" y="74"/>
                  </a:cubicBezTo>
                  <a:cubicBezTo>
                    <a:pt x="201" y="37"/>
                    <a:pt x="183" y="19"/>
                    <a:pt x="1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0" name="Google Shape;850;p10"/>
            <p:cNvSpPr/>
            <p:nvPr/>
          </p:nvSpPr>
          <p:spPr>
            <a:xfrm>
              <a:off x="2631240" y="3219120"/>
              <a:ext cx="200520" cy="242640"/>
            </a:xfrm>
            <a:custGeom>
              <a:rect b="b" l="l" r="r" t="t"/>
              <a:pathLst>
                <a:path extrusionOk="0" fill="none" h="6080" w="5021">
                  <a:moveTo>
                    <a:pt x="1" y="5295"/>
                  </a:moveTo>
                  <a:cubicBezTo>
                    <a:pt x="1" y="5295"/>
                    <a:pt x="1461" y="6080"/>
                    <a:pt x="2118" y="5496"/>
                  </a:cubicBezTo>
                  <a:cubicBezTo>
                    <a:pt x="2794" y="4912"/>
                    <a:pt x="5021" y="1"/>
                    <a:pt x="5021" y="1"/>
                  </a:cubicBezTo>
                </a:path>
              </a:pathLst>
            </a:custGeom>
            <a:noFill/>
            <a:ln cap="flat" cmpd="sng" w="9525">
              <a:solidFill>
                <a:srgbClr val="E6EE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1" name="Google Shape;851;p10"/>
            <p:cNvSpPr/>
            <p:nvPr/>
          </p:nvSpPr>
          <p:spPr>
            <a:xfrm>
              <a:off x="2638440" y="3219120"/>
              <a:ext cx="200520" cy="243720"/>
            </a:xfrm>
            <a:custGeom>
              <a:rect b="b" l="l" r="r" t="t"/>
              <a:pathLst>
                <a:path extrusionOk="0" fill="none" h="6099" w="5021">
                  <a:moveTo>
                    <a:pt x="5020" y="5295"/>
                  </a:moveTo>
                  <a:cubicBezTo>
                    <a:pt x="5020" y="5295"/>
                    <a:pt x="3560" y="6098"/>
                    <a:pt x="2903" y="5514"/>
                  </a:cubicBezTo>
                  <a:cubicBezTo>
                    <a:pt x="2227" y="4930"/>
                    <a:pt x="0" y="1"/>
                    <a:pt x="0" y="1"/>
                  </a:cubicBezTo>
                </a:path>
              </a:pathLst>
            </a:custGeom>
            <a:noFill/>
            <a:ln cap="flat" cmpd="sng" w="9525">
              <a:solidFill>
                <a:srgbClr val="E6EE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2" name="Google Shape;852;p10"/>
            <p:cNvSpPr/>
            <p:nvPr/>
          </p:nvSpPr>
          <p:spPr>
            <a:xfrm>
              <a:off x="2558160" y="2986920"/>
              <a:ext cx="343440" cy="231840"/>
            </a:xfrm>
            <a:custGeom>
              <a:rect b="b" l="l" r="r" t="t"/>
              <a:pathLst>
                <a:path extrusionOk="0" fill="none" h="5806" w="8599">
                  <a:moveTo>
                    <a:pt x="2008" y="5806"/>
                  </a:moveTo>
                  <a:cubicBezTo>
                    <a:pt x="2008" y="5806"/>
                    <a:pt x="0" y="1"/>
                    <a:pt x="4290" y="1"/>
                  </a:cubicBezTo>
                  <a:cubicBezTo>
                    <a:pt x="8598" y="1"/>
                    <a:pt x="6846" y="5806"/>
                    <a:pt x="6846" y="5806"/>
                  </a:cubicBezTo>
                </a:path>
              </a:pathLst>
            </a:custGeom>
            <a:noFill/>
            <a:ln cap="flat" cmpd="sng" w="11400">
              <a:solidFill>
                <a:srgbClr val="2F4A8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3" name="Google Shape;853;p10"/>
            <p:cNvSpPr/>
            <p:nvPr/>
          </p:nvSpPr>
          <p:spPr>
            <a:xfrm>
              <a:off x="2482920" y="2733480"/>
              <a:ext cx="260280" cy="253080"/>
            </a:xfrm>
            <a:custGeom>
              <a:rect b="b" l="l" r="r" t="t"/>
              <a:pathLst>
                <a:path extrusionOk="0" fill="none" h="6335" w="6518">
                  <a:moveTo>
                    <a:pt x="6518" y="6335"/>
                  </a:moveTo>
                  <a:cubicBezTo>
                    <a:pt x="6518" y="6335"/>
                    <a:pt x="5605" y="0"/>
                    <a:pt x="1" y="1479"/>
                  </a:cubicBezTo>
                </a:path>
              </a:pathLst>
            </a:custGeom>
            <a:noFill/>
            <a:ln cap="flat" cmpd="sng" w="11400">
              <a:solidFill>
                <a:srgbClr val="2F4A8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4" name="Google Shape;854;p10"/>
            <p:cNvSpPr/>
            <p:nvPr/>
          </p:nvSpPr>
          <p:spPr>
            <a:xfrm>
              <a:off x="1985040" y="2845440"/>
              <a:ext cx="241920" cy="491760"/>
            </a:xfrm>
            <a:custGeom>
              <a:rect b="b" l="l" r="r" t="t"/>
              <a:pathLst>
                <a:path extrusionOk="0" fill="none" h="12305" w="6062">
                  <a:moveTo>
                    <a:pt x="5843" y="12304"/>
                  </a:moveTo>
                  <a:cubicBezTo>
                    <a:pt x="5843" y="12304"/>
                    <a:pt x="1" y="3597"/>
                    <a:pt x="6062" y="0"/>
                  </a:cubicBezTo>
                </a:path>
              </a:pathLst>
            </a:custGeom>
            <a:noFill/>
            <a:ln cap="flat" cmpd="sng" w="11400">
              <a:solidFill>
                <a:srgbClr val="2F4A8A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5" name="Google Shape;855;p10"/>
            <p:cNvSpPr/>
            <p:nvPr/>
          </p:nvSpPr>
          <p:spPr>
            <a:xfrm>
              <a:off x="2134080" y="3264120"/>
              <a:ext cx="171720" cy="142920"/>
            </a:xfrm>
            <a:custGeom>
              <a:rect b="b" l="l" r="r" t="t"/>
              <a:pathLst>
                <a:path extrusionOk="0" h="3580" w="4301">
                  <a:moveTo>
                    <a:pt x="2283" y="0"/>
                  </a:moveTo>
                  <a:cubicBezTo>
                    <a:pt x="2150" y="0"/>
                    <a:pt x="2016" y="15"/>
                    <a:pt x="1881" y="46"/>
                  </a:cubicBezTo>
                  <a:cubicBezTo>
                    <a:pt x="330" y="430"/>
                    <a:pt x="1" y="2474"/>
                    <a:pt x="1352" y="3314"/>
                  </a:cubicBezTo>
                  <a:cubicBezTo>
                    <a:pt x="1654" y="3497"/>
                    <a:pt x="1972" y="3580"/>
                    <a:pt x="2280" y="3580"/>
                  </a:cubicBezTo>
                  <a:cubicBezTo>
                    <a:pt x="3351" y="3580"/>
                    <a:pt x="4301" y="2584"/>
                    <a:pt x="4017" y="1379"/>
                  </a:cubicBezTo>
                  <a:cubicBezTo>
                    <a:pt x="3829" y="548"/>
                    <a:pt x="3089" y="0"/>
                    <a:pt x="22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71625" lIns="91425" spcFirstLastPara="1" rIns="91425" wrap="square" tIns="716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6" name="Google Shape;856;p10"/>
            <p:cNvSpPr/>
            <p:nvPr/>
          </p:nvSpPr>
          <p:spPr>
            <a:xfrm>
              <a:off x="2179440" y="3298320"/>
              <a:ext cx="87120" cy="73080"/>
            </a:xfrm>
            <a:custGeom>
              <a:rect b="b" l="l" r="r" t="t"/>
              <a:pathLst>
                <a:path extrusionOk="0" h="1836" w="2187">
                  <a:moveTo>
                    <a:pt x="1174" y="0"/>
                  </a:moveTo>
                  <a:cubicBezTo>
                    <a:pt x="1100" y="0"/>
                    <a:pt x="1025" y="10"/>
                    <a:pt x="950" y="29"/>
                  </a:cubicBezTo>
                  <a:cubicBezTo>
                    <a:pt x="165" y="230"/>
                    <a:pt x="1" y="1270"/>
                    <a:pt x="676" y="1690"/>
                  </a:cubicBezTo>
                  <a:cubicBezTo>
                    <a:pt x="835" y="1791"/>
                    <a:pt x="1003" y="1835"/>
                    <a:pt x="1164" y="1835"/>
                  </a:cubicBezTo>
                  <a:cubicBezTo>
                    <a:pt x="1708" y="1835"/>
                    <a:pt x="2186" y="1328"/>
                    <a:pt x="2045" y="723"/>
                  </a:cubicBezTo>
                  <a:cubicBezTo>
                    <a:pt x="1952" y="289"/>
                    <a:pt x="1584" y="0"/>
                    <a:pt x="11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6700" lIns="91425" spcFirstLastPara="1" rIns="91425" wrap="square" tIns="3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7" name="Google Shape;857;p10"/>
            <p:cNvSpPr/>
            <p:nvPr/>
          </p:nvSpPr>
          <p:spPr>
            <a:xfrm>
              <a:off x="2087280" y="2671560"/>
              <a:ext cx="433440" cy="672120"/>
            </a:xfrm>
            <a:custGeom>
              <a:rect b="b" l="l" r="r" t="t"/>
              <a:pathLst>
                <a:path extrusionOk="0" h="16814" w="10845">
                  <a:moveTo>
                    <a:pt x="7996" y="1"/>
                  </a:moveTo>
                  <a:lnTo>
                    <a:pt x="1" y="3232"/>
                  </a:lnTo>
                  <a:cubicBezTo>
                    <a:pt x="1" y="3232"/>
                    <a:pt x="2830" y="9073"/>
                    <a:pt x="3159" y="9439"/>
                  </a:cubicBezTo>
                  <a:cubicBezTo>
                    <a:pt x="3256" y="9553"/>
                    <a:pt x="3415" y="9592"/>
                    <a:pt x="3588" y="9592"/>
                  </a:cubicBezTo>
                  <a:cubicBezTo>
                    <a:pt x="3970" y="9592"/>
                    <a:pt x="4418" y="9402"/>
                    <a:pt x="4418" y="9402"/>
                  </a:cubicBezTo>
                  <a:lnTo>
                    <a:pt x="4418" y="9402"/>
                  </a:lnTo>
                  <a:cubicBezTo>
                    <a:pt x="4418" y="9402"/>
                    <a:pt x="4108" y="10516"/>
                    <a:pt x="4564" y="11155"/>
                  </a:cubicBezTo>
                  <a:cubicBezTo>
                    <a:pt x="5021" y="11812"/>
                    <a:pt x="10844" y="16814"/>
                    <a:pt x="10844" y="16814"/>
                  </a:cubicBezTo>
                  <a:lnTo>
                    <a:pt x="799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8" name="Google Shape;858;p10"/>
            <p:cNvSpPr/>
            <p:nvPr/>
          </p:nvSpPr>
          <p:spPr>
            <a:xfrm>
              <a:off x="2414520" y="2711520"/>
              <a:ext cx="218880" cy="631080"/>
            </a:xfrm>
            <a:custGeom>
              <a:rect b="b" l="l" r="r" t="t"/>
              <a:pathLst>
                <a:path extrusionOk="0" h="15792" w="5478">
                  <a:moveTo>
                    <a:pt x="1" y="1"/>
                  </a:moveTo>
                  <a:lnTo>
                    <a:pt x="2648" y="15791"/>
                  </a:lnTo>
                  <a:cubicBezTo>
                    <a:pt x="2648" y="15791"/>
                    <a:pt x="4601" y="10023"/>
                    <a:pt x="4747" y="9311"/>
                  </a:cubicBezTo>
                  <a:cubicBezTo>
                    <a:pt x="4911" y="8599"/>
                    <a:pt x="4455" y="7704"/>
                    <a:pt x="4455" y="7704"/>
                  </a:cubicBezTo>
                  <a:lnTo>
                    <a:pt x="4455" y="7704"/>
                  </a:lnTo>
                  <a:cubicBezTo>
                    <a:pt x="4455" y="7704"/>
                    <a:pt x="4546" y="7718"/>
                    <a:pt x="4669" y="7718"/>
                  </a:cubicBezTo>
                  <a:cubicBezTo>
                    <a:pt x="4896" y="7718"/>
                    <a:pt x="5230" y="7672"/>
                    <a:pt x="5313" y="7412"/>
                  </a:cubicBezTo>
                  <a:cubicBezTo>
                    <a:pt x="5441" y="7029"/>
                    <a:pt x="5477" y="1370"/>
                    <a:pt x="5477" y="137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9" name="Google Shape;859;p10"/>
            <p:cNvSpPr/>
            <p:nvPr/>
          </p:nvSpPr>
          <p:spPr>
            <a:xfrm>
              <a:off x="2134800" y="2656080"/>
              <a:ext cx="460440" cy="471960"/>
            </a:xfrm>
            <a:custGeom>
              <a:rect b="b" l="l" r="r" t="t"/>
              <a:pathLst>
                <a:path extrusionOk="0" h="11812" w="11520">
                  <a:moveTo>
                    <a:pt x="2446" y="0"/>
                  </a:moveTo>
                  <a:cubicBezTo>
                    <a:pt x="2446" y="0"/>
                    <a:pt x="493" y="1497"/>
                    <a:pt x="237" y="2227"/>
                  </a:cubicBezTo>
                  <a:cubicBezTo>
                    <a:pt x="0" y="2976"/>
                    <a:pt x="5696" y="11811"/>
                    <a:pt x="5696" y="11811"/>
                  </a:cubicBezTo>
                  <a:lnTo>
                    <a:pt x="8398" y="10716"/>
                  </a:lnTo>
                  <a:lnTo>
                    <a:pt x="11519" y="11300"/>
                  </a:lnTo>
                  <a:cubicBezTo>
                    <a:pt x="11519" y="11300"/>
                    <a:pt x="11483" y="1534"/>
                    <a:pt x="11282" y="1388"/>
                  </a:cubicBezTo>
                  <a:cubicBezTo>
                    <a:pt x="10679" y="950"/>
                    <a:pt x="10040" y="621"/>
                    <a:pt x="9347" y="384"/>
                  </a:cubicBezTo>
                  <a:lnTo>
                    <a:pt x="24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0" name="Google Shape;860;p10"/>
            <p:cNvSpPr/>
            <p:nvPr/>
          </p:nvSpPr>
          <p:spPr>
            <a:xfrm>
              <a:off x="2389680" y="3052440"/>
              <a:ext cx="151560" cy="290160"/>
            </a:xfrm>
            <a:custGeom>
              <a:rect b="b" l="l" r="r" t="t"/>
              <a:pathLst>
                <a:path extrusionOk="0" h="7267" w="3798">
                  <a:moveTo>
                    <a:pt x="1534" y="1"/>
                  </a:moveTo>
                  <a:lnTo>
                    <a:pt x="0" y="1078"/>
                  </a:lnTo>
                  <a:lnTo>
                    <a:pt x="3286" y="7266"/>
                  </a:lnTo>
                  <a:lnTo>
                    <a:pt x="3797" y="841"/>
                  </a:lnTo>
                  <a:lnTo>
                    <a:pt x="15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1" name="Google Shape;861;p10"/>
            <p:cNvSpPr/>
            <p:nvPr/>
          </p:nvSpPr>
          <p:spPr>
            <a:xfrm>
              <a:off x="2400120" y="3084120"/>
              <a:ext cx="141480" cy="31680"/>
            </a:xfrm>
            <a:custGeom>
              <a:rect b="b" l="l" r="r" t="t"/>
              <a:pathLst>
                <a:path extrusionOk="0" h="802" w="3550">
                  <a:moveTo>
                    <a:pt x="1789" y="0"/>
                  </a:moveTo>
                  <a:cubicBezTo>
                    <a:pt x="1767" y="0"/>
                    <a:pt x="1748" y="5"/>
                    <a:pt x="1712" y="14"/>
                  </a:cubicBezTo>
                  <a:cubicBezTo>
                    <a:pt x="1146" y="251"/>
                    <a:pt x="562" y="343"/>
                    <a:pt x="51" y="708"/>
                  </a:cubicBezTo>
                  <a:cubicBezTo>
                    <a:pt x="1" y="724"/>
                    <a:pt x="26" y="801"/>
                    <a:pt x="73" y="801"/>
                  </a:cubicBezTo>
                  <a:cubicBezTo>
                    <a:pt x="77" y="801"/>
                    <a:pt x="82" y="801"/>
                    <a:pt x="87" y="799"/>
                  </a:cubicBezTo>
                  <a:cubicBezTo>
                    <a:pt x="671" y="689"/>
                    <a:pt x="1255" y="379"/>
                    <a:pt x="1803" y="160"/>
                  </a:cubicBezTo>
                  <a:cubicBezTo>
                    <a:pt x="2314" y="324"/>
                    <a:pt x="2880" y="343"/>
                    <a:pt x="3409" y="452"/>
                  </a:cubicBezTo>
                  <a:cubicBezTo>
                    <a:pt x="3415" y="453"/>
                    <a:pt x="3421" y="454"/>
                    <a:pt x="3426" y="454"/>
                  </a:cubicBezTo>
                  <a:cubicBezTo>
                    <a:pt x="3522" y="454"/>
                    <a:pt x="3550" y="305"/>
                    <a:pt x="3446" y="288"/>
                  </a:cubicBezTo>
                  <a:cubicBezTo>
                    <a:pt x="2971" y="178"/>
                    <a:pt x="2405" y="142"/>
                    <a:pt x="1894" y="14"/>
                  </a:cubicBezTo>
                  <a:cubicBezTo>
                    <a:pt x="1840" y="5"/>
                    <a:pt x="1812" y="0"/>
                    <a:pt x="1789" y="0"/>
                  </a:cubicBezTo>
                  <a:close/>
                </a:path>
              </a:pathLst>
            </a:custGeom>
            <a:solidFill>
              <a:srgbClr val="000840"/>
            </a:solidFill>
            <a:ln>
              <a:noFill/>
            </a:ln>
          </p:spPr>
          <p:txBody>
            <a:bodyPr anchorCtr="0" anchor="ctr" bIns="15825" lIns="91425" spcFirstLastPara="1" rIns="91425" wrap="square" tIns="15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2" name="Google Shape;862;p10"/>
            <p:cNvSpPr/>
            <p:nvPr/>
          </p:nvSpPr>
          <p:spPr>
            <a:xfrm>
              <a:off x="2235600" y="2334240"/>
              <a:ext cx="269640" cy="491040"/>
            </a:xfrm>
            <a:custGeom>
              <a:rect b="b" l="l" r="r" t="t"/>
              <a:pathLst>
                <a:path extrusionOk="0" h="12284" w="6755">
                  <a:moveTo>
                    <a:pt x="0" y="1"/>
                  </a:moveTo>
                  <a:lnTo>
                    <a:pt x="0" y="11173"/>
                  </a:lnTo>
                  <a:cubicBezTo>
                    <a:pt x="0" y="11173"/>
                    <a:pt x="1672" y="12283"/>
                    <a:pt x="4397" y="12283"/>
                  </a:cubicBezTo>
                  <a:cubicBezTo>
                    <a:pt x="5114" y="12283"/>
                    <a:pt x="5904" y="12206"/>
                    <a:pt x="6755" y="12013"/>
                  </a:cubicBezTo>
                  <a:lnTo>
                    <a:pt x="6554" y="1"/>
                  </a:ln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3" name="Google Shape;863;p10"/>
            <p:cNvSpPr/>
            <p:nvPr/>
          </p:nvSpPr>
          <p:spPr>
            <a:xfrm>
              <a:off x="2309400" y="2530080"/>
              <a:ext cx="196200" cy="284400"/>
            </a:xfrm>
            <a:custGeom>
              <a:rect b="b" l="l" r="r" t="t"/>
              <a:pathLst>
                <a:path extrusionOk="0" h="7120" w="4911">
                  <a:moveTo>
                    <a:pt x="0" y="0"/>
                  </a:moveTo>
                  <a:cubicBezTo>
                    <a:pt x="0" y="0"/>
                    <a:pt x="347" y="6554"/>
                    <a:pt x="4911" y="7120"/>
                  </a:cubicBezTo>
                  <a:lnTo>
                    <a:pt x="4801" y="0"/>
                  </a:lnTo>
                  <a:close/>
                </a:path>
              </a:pathLst>
            </a:custGeom>
            <a:solidFill>
              <a:srgbClr val="2026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4" name="Google Shape;864;p10"/>
            <p:cNvSpPr/>
            <p:nvPr/>
          </p:nvSpPr>
          <p:spPr>
            <a:xfrm>
              <a:off x="2235600" y="2781000"/>
              <a:ext cx="360" cy="360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</a:path>
              </a:pathLst>
            </a:custGeom>
            <a:solidFill>
              <a:srgbClr val="FF9D83"/>
            </a:solidFill>
            <a:ln>
              <a:noFill/>
            </a:ln>
          </p:spPr>
          <p:txBody>
            <a:bodyPr anchorCtr="0" anchor="ctr" bIns="350" lIns="91425" spcFirstLastPara="1" rIns="91425" wrap="square" tIns="3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5" name="Google Shape;865;p10"/>
            <p:cNvSpPr/>
            <p:nvPr/>
          </p:nvSpPr>
          <p:spPr>
            <a:xfrm>
              <a:off x="2235600" y="2781000"/>
              <a:ext cx="269640" cy="302760"/>
            </a:xfrm>
            <a:custGeom>
              <a:rect b="b" l="l" r="r" t="t"/>
              <a:pathLst>
                <a:path extrusionOk="0" h="7577" w="6755">
                  <a:moveTo>
                    <a:pt x="0" y="1"/>
                  </a:moveTo>
                  <a:cubicBezTo>
                    <a:pt x="0" y="1"/>
                    <a:pt x="3086" y="6226"/>
                    <a:pt x="5897" y="7577"/>
                  </a:cubicBezTo>
                  <a:cubicBezTo>
                    <a:pt x="6317" y="5350"/>
                    <a:pt x="6609" y="3104"/>
                    <a:pt x="6755" y="84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6" name="Google Shape;866;p10"/>
            <p:cNvSpPr/>
            <p:nvPr/>
          </p:nvSpPr>
          <p:spPr>
            <a:xfrm>
              <a:off x="2217960" y="2151720"/>
              <a:ext cx="417960" cy="489960"/>
            </a:xfrm>
            <a:custGeom>
              <a:rect b="b" l="l" r="r" t="t"/>
              <a:pathLst>
                <a:path extrusionOk="0" h="12259" w="10461">
                  <a:moveTo>
                    <a:pt x="7366" y="0"/>
                  </a:moveTo>
                  <a:cubicBezTo>
                    <a:pt x="5488" y="0"/>
                    <a:pt x="2661" y="205"/>
                    <a:pt x="1954" y="531"/>
                  </a:cubicBezTo>
                  <a:cubicBezTo>
                    <a:pt x="1205" y="897"/>
                    <a:pt x="0" y="2722"/>
                    <a:pt x="55" y="5186"/>
                  </a:cubicBezTo>
                  <a:cubicBezTo>
                    <a:pt x="92" y="6592"/>
                    <a:pt x="730" y="8253"/>
                    <a:pt x="2027" y="9641"/>
                  </a:cubicBezTo>
                  <a:cubicBezTo>
                    <a:pt x="2027" y="9641"/>
                    <a:pt x="3841" y="12258"/>
                    <a:pt x="7026" y="12258"/>
                  </a:cubicBezTo>
                  <a:cubicBezTo>
                    <a:pt x="7370" y="12258"/>
                    <a:pt x="7730" y="12228"/>
                    <a:pt x="8106" y="12160"/>
                  </a:cubicBezTo>
                  <a:cubicBezTo>
                    <a:pt x="9292" y="11959"/>
                    <a:pt x="9986" y="9842"/>
                    <a:pt x="10223" y="7432"/>
                  </a:cubicBezTo>
                  <a:cubicBezTo>
                    <a:pt x="10260" y="7140"/>
                    <a:pt x="10278" y="6829"/>
                    <a:pt x="10296" y="6519"/>
                  </a:cubicBezTo>
                  <a:cubicBezTo>
                    <a:pt x="10460" y="3452"/>
                    <a:pt x="9931" y="239"/>
                    <a:pt x="8836" y="75"/>
                  </a:cubicBezTo>
                  <a:cubicBezTo>
                    <a:pt x="8538" y="24"/>
                    <a:pt x="8008" y="0"/>
                    <a:pt x="7366" y="0"/>
                  </a:cubicBez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7" name="Google Shape;867;p10"/>
            <p:cNvSpPr/>
            <p:nvPr/>
          </p:nvSpPr>
          <p:spPr>
            <a:xfrm>
              <a:off x="1834560" y="1956240"/>
              <a:ext cx="856800" cy="700200"/>
            </a:xfrm>
            <a:custGeom>
              <a:rect b="b" l="l" r="r" t="t"/>
              <a:pathLst>
                <a:path extrusionOk="0" h="17515" w="21432">
                  <a:moveTo>
                    <a:pt x="12960" y="0"/>
                  </a:moveTo>
                  <a:cubicBezTo>
                    <a:pt x="10956" y="0"/>
                    <a:pt x="8875" y="346"/>
                    <a:pt x="7540" y="1479"/>
                  </a:cubicBezTo>
                  <a:cubicBezTo>
                    <a:pt x="5495" y="3214"/>
                    <a:pt x="5842" y="7339"/>
                    <a:pt x="5842" y="7339"/>
                  </a:cubicBezTo>
                  <a:cubicBezTo>
                    <a:pt x="5842" y="7339"/>
                    <a:pt x="4678" y="6899"/>
                    <a:pt x="3568" y="6899"/>
                  </a:cubicBezTo>
                  <a:cubicBezTo>
                    <a:pt x="2668" y="6899"/>
                    <a:pt x="1805" y="7188"/>
                    <a:pt x="1625" y="8234"/>
                  </a:cubicBezTo>
                  <a:cubicBezTo>
                    <a:pt x="1442" y="9201"/>
                    <a:pt x="1789" y="10205"/>
                    <a:pt x="2538" y="10862"/>
                  </a:cubicBezTo>
                  <a:cubicBezTo>
                    <a:pt x="2538" y="10862"/>
                    <a:pt x="0" y="15591"/>
                    <a:pt x="5094" y="17160"/>
                  </a:cubicBezTo>
                  <a:cubicBezTo>
                    <a:pt x="5888" y="17403"/>
                    <a:pt x="6609" y="17514"/>
                    <a:pt x="7250" y="17514"/>
                  </a:cubicBezTo>
                  <a:cubicBezTo>
                    <a:pt x="9982" y="17514"/>
                    <a:pt x="11258" y="15496"/>
                    <a:pt x="10534" y="13071"/>
                  </a:cubicBezTo>
                  <a:lnTo>
                    <a:pt x="11866" y="11027"/>
                  </a:lnTo>
                  <a:cubicBezTo>
                    <a:pt x="12688" y="10151"/>
                    <a:pt x="12998" y="8927"/>
                    <a:pt x="12688" y="7777"/>
                  </a:cubicBezTo>
                  <a:lnTo>
                    <a:pt x="12688" y="7777"/>
                  </a:lnTo>
                  <a:cubicBezTo>
                    <a:pt x="12688" y="7777"/>
                    <a:pt x="13483" y="8019"/>
                    <a:pt x="14484" y="8019"/>
                  </a:cubicBezTo>
                  <a:cubicBezTo>
                    <a:pt x="15916" y="8019"/>
                    <a:pt x="17770" y="7526"/>
                    <a:pt x="18328" y="5130"/>
                  </a:cubicBezTo>
                  <a:cubicBezTo>
                    <a:pt x="18328" y="5130"/>
                    <a:pt x="19150" y="5587"/>
                    <a:pt x="19332" y="6061"/>
                  </a:cubicBezTo>
                  <a:cubicBezTo>
                    <a:pt x="19679" y="7011"/>
                    <a:pt x="19789" y="8234"/>
                    <a:pt x="19862" y="8964"/>
                  </a:cubicBezTo>
                  <a:cubicBezTo>
                    <a:pt x="19862" y="8964"/>
                    <a:pt x="21432" y="7595"/>
                    <a:pt x="21213" y="6189"/>
                  </a:cubicBezTo>
                  <a:cubicBezTo>
                    <a:pt x="20939" y="4455"/>
                    <a:pt x="21286" y="1571"/>
                    <a:pt x="18365" y="713"/>
                  </a:cubicBezTo>
                  <a:cubicBezTo>
                    <a:pt x="17557" y="476"/>
                    <a:pt x="15311" y="0"/>
                    <a:pt x="12960" y="0"/>
                  </a:cubicBezTo>
                  <a:close/>
                </a:path>
              </a:pathLst>
            </a:custGeom>
            <a:solidFill>
              <a:srgbClr val="2026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8" name="Google Shape;868;p10"/>
            <p:cNvSpPr/>
            <p:nvPr/>
          </p:nvSpPr>
          <p:spPr>
            <a:xfrm>
              <a:off x="2104200" y="2315880"/>
              <a:ext cx="227160" cy="192600"/>
            </a:xfrm>
            <a:custGeom>
              <a:rect b="b" l="l" r="r" t="t"/>
              <a:pathLst>
                <a:path extrusionOk="0" h="4829" w="5687">
                  <a:moveTo>
                    <a:pt x="3224" y="0"/>
                  </a:moveTo>
                  <a:cubicBezTo>
                    <a:pt x="3190" y="0"/>
                    <a:pt x="3156" y="1"/>
                    <a:pt x="3122" y="2"/>
                  </a:cubicBezTo>
                  <a:cubicBezTo>
                    <a:pt x="968" y="94"/>
                    <a:pt x="0" y="2722"/>
                    <a:pt x="1589" y="4183"/>
                  </a:cubicBezTo>
                  <a:cubicBezTo>
                    <a:pt x="2068" y="4629"/>
                    <a:pt x="2640" y="4828"/>
                    <a:pt x="3200" y="4828"/>
                  </a:cubicBezTo>
                  <a:cubicBezTo>
                    <a:pt x="4473" y="4828"/>
                    <a:pt x="5686" y="3799"/>
                    <a:pt x="5623" y="2303"/>
                  </a:cubicBezTo>
                  <a:cubicBezTo>
                    <a:pt x="5570" y="1004"/>
                    <a:pt x="4511" y="0"/>
                    <a:pt x="3224" y="0"/>
                  </a:cubicBez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9" name="Google Shape;869;p10"/>
            <p:cNvSpPr/>
            <p:nvPr/>
          </p:nvSpPr>
          <p:spPr>
            <a:xfrm>
              <a:off x="1531080" y="3458520"/>
              <a:ext cx="1080360" cy="418320"/>
            </a:xfrm>
            <a:custGeom>
              <a:rect b="b" l="l" r="r" t="t"/>
              <a:pathLst>
                <a:path extrusionOk="0" h="10468" w="27026">
                  <a:moveTo>
                    <a:pt x="2611" y="1"/>
                  </a:moveTo>
                  <a:cubicBezTo>
                    <a:pt x="2611" y="1"/>
                    <a:pt x="0" y="6773"/>
                    <a:pt x="1917" y="9530"/>
                  </a:cubicBezTo>
                  <a:cubicBezTo>
                    <a:pt x="2384" y="10203"/>
                    <a:pt x="3772" y="10468"/>
                    <a:pt x="5672" y="10468"/>
                  </a:cubicBezTo>
                  <a:cubicBezTo>
                    <a:pt x="12301" y="10468"/>
                    <a:pt x="25159" y="7248"/>
                    <a:pt x="26838" y="6964"/>
                  </a:cubicBezTo>
                  <a:lnTo>
                    <a:pt x="26838" y="6964"/>
                  </a:lnTo>
                  <a:cubicBezTo>
                    <a:pt x="26879" y="6969"/>
                    <a:pt x="26913" y="6971"/>
                    <a:pt x="26941" y="6971"/>
                  </a:cubicBezTo>
                  <a:cubicBezTo>
                    <a:pt x="26982" y="6971"/>
                    <a:pt x="27008" y="6966"/>
                    <a:pt x="27018" y="6956"/>
                  </a:cubicBezTo>
                  <a:cubicBezTo>
                    <a:pt x="27025" y="6948"/>
                    <a:pt x="27019" y="6944"/>
                    <a:pt x="26998" y="6944"/>
                  </a:cubicBezTo>
                  <a:cubicBezTo>
                    <a:pt x="26970" y="6944"/>
                    <a:pt x="26916" y="6951"/>
                    <a:pt x="26838" y="6964"/>
                  </a:cubicBezTo>
                  <a:lnTo>
                    <a:pt x="26838" y="6964"/>
                  </a:lnTo>
                  <a:cubicBezTo>
                    <a:pt x="25127" y="6785"/>
                    <a:pt x="11997" y="2923"/>
                    <a:pt x="9458" y="2923"/>
                  </a:cubicBezTo>
                  <a:cubicBezTo>
                    <a:pt x="9363" y="2923"/>
                    <a:pt x="9283" y="2928"/>
                    <a:pt x="9219" y="2940"/>
                  </a:cubicBezTo>
                  <a:cubicBezTo>
                    <a:pt x="9219" y="2940"/>
                    <a:pt x="7321" y="1260"/>
                    <a:pt x="2611" y="1"/>
                  </a:cubicBez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0" name="Google Shape;870;p10"/>
            <p:cNvSpPr/>
            <p:nvPr/>
          </p:nvSpPr>
          <p:spPr>
            <a:xfrm>
              <a:off x="1884960" y="3449160"/>
              <a:ext cx="1297080" cy="441360"/>
            </a:xfrm>
            <a:custGeom>
              <a:rect b="b" l="l" r="r" t="t"/>
              <a:pathLst>
                <a:path extrusionOk="0" h="11049" w="32441">
                  <a:moveTo>
                    <a:pt x="29100" y="0"/>
                  </a:moveTo>
                  <a:lnTo>
                    <a:pt x="29100" y="0"/>
                  </a:lnTo>
                  <a:cubicBezTo>
                    <a:pt x="24773" y="1552"/>
                    <a:pt x="23696" y="2428"/>
                    <a:pt x="23696" y="2428"/>
                  </a:cubicBezTo>
                  <a:cubicBezTo>
                    <a:pt x="23696" y="2428"/>
                    <a:pt x="10114" y="1935"/>
                    <a:pt x="6189" y="1461"/>
                  </a:cubicBezTo>
                  <a:cubicBezTo>
                    <a:pt x="5853" y="1415"/>
                    <a:pt x="5516" y="1392"/>
                    <a:pt x="5181" y="1392"/>
                  </a:cubicBezTo>
                  <a:cubicBezTo>
                    <a:pt x="3262" y="1392"/>
                    <a:pt x="1400" y="2138"/>
                    <a:pt x="1" y="3505"/>
                  </a:cubicBezTo>
                  <a:cubicBezTo>
                    <a:pt x="6881" y="4038"/>
                    <a:pt x="23173" y="11048"/>
                    <a:pt x="28008" y="11048"/>
                  </a:cubicBezTo>
                  <a:cubicBezTo>
                    <a:pt x="28471" y="11048"/>
                    <a:pt x="28829" y="10984"/>
                    <a:pt x="29063" y="10844"/>
                  </a:cubicBezTo>
                  <a:cubicBezTo>
                    <a:pt x="32440" y="8799"/>
                    <a:pt x="29100" y="1"/>
                    <a:pt x="29100" y="0"/>
                  </a:cubicBez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1" name="Google Shape;871;p10"/>
            <p:cNvSpPr/>
            <p:nvPr/>
          </p:nvSpPr>
          <p:spPr>
            <a:xfrm>
              <a:off x="2624040" y="3471120"/>
              <a:ext cx="250920" cy="78480"/>
            </a:xfrm>
            <a:custGeom>
              <a:rect b="b" l="l" r="r" t="t"/>
              <a:pathLst>
                <a:path extrusionOk="0" h="1974" w="6280">
                  <a:moveTo>
                    <a:pt x="3933" y="0"/>
                  </a:moveTo>
                  <a:cubicBezTo>
                    <a:pt x="3409" y="0"/>
                    <a:pt x="2096" y="309"/>
                    <a:pt x="1333" y="618"/>
                  </a:cubicBezTo>
                  <a:cubicBezTo>
                    <a:pt x="785" y="855"/>
                    <a:pt x="310" y="1257"/>
                    <a:pt x="0" y="1749"/>
                  </a:cubicBezTo>
                  <a:cubicBezTo>
                    <a:pt x="0" y="1749"/>
                    <a:pt x="2678" y="1974"/>
                    <a:pt x="4254" y="1974"/>
                  </a:cubicBezTo>
                  <a:cubicBezTo>
                    <a:pt x="4533" y="1974"/>
                    <a:pt x="4777" y="1967"/>
                    <a:pt x="4965" y="1950"/>
                  </a:cubicBezTo>
                  <a:cubicBezTo>
                    <a:pt x="6280" y="1841"/>
                    <a:pt x="4783" y="1384"/>
                    <a:pt x="4783" y="1384"/>
                  </a:cubicBezTo>
                  <a:cubicBezTo>
                    <a:pt x="4783" y="1384"/>
                    <a:pt x="5458" y="1038"/>
                    <a:pt x="5385" y="818"/>
                  </a:cubicBezTo>
                  <a:cubicBezTo>
                    <a:pt x="5369" y="766"/>
                    <a:pt x="5251" y="746"/>
                    <a:pt x="5077" y="746"/>
                  </a:cubicBezTo>
                  <a:cubicBezTo>
                    <a:pt x="4460" y="746"/>
                    <a:pt x="3140" y="1001"/>
                    <a:pt x="3140" y="1001"/>
                  </a:cubicBezTo>
                  <a:cubicBezTo>
                    <a:pt x="3140" y="1001"/>
                    <a:pt x="4418" y="107"/>
                    <a:pt x="4089" y="15"/>
                  </a:cubicBezTo>
                  <a:cubicBezTo>
                    <a:pt x="4051" y="5"/>
                    <a:pt x="3998" y="0"/>
                    <a:pt x="3933" y="0"/>
                  </a:cubicBezTo>
                  <a:close/>
                </a:path>
              </a:pathLst>
            </a:custGeom>
            <a:solidFill>
              <a:srgbClr val="5F3817"/>
            </a:solidFill>
            <a:ln>
              <a:noFill/>
            </a:ln>
          </p:spPr>
          <p:txBody>
            <a:bodyPr anchorCtr="0" anchor="ctr" bIns="39225" lIns="91425" spcFirstLastPara="1" rIns="91425" wrap="square" tIns="39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2" name="Google Shape;872;p10"/>
            <p:cNvSpPr/>
            <p:nvPr/>
          </p:nvSpPr>
          <p:spPr>
            <a:xfrm>
              <a:off x="2431080" y="2343600"/>
              <a:ext cx="30960" cy="51840"/>
            </a:xfrm>
            <a:custGeom>
              <a:rect b="b" l="l" r="r" t="t"/>
              <a:pathLst>
                <a:path extrusionOk="0" h="1301" w="786">
                  <a:moveTo>
                    <a:pt x="367" y="0"/>
                  </a:moveTo>
                  <a:cubicBezTo>
                    <a:pt x="360" y="0"/>
                    <a:pt x="354" y="1"/>
                    <a:pt x="348" y="1"/>
                  </a:cubicBezTo>
                  <a:cubicBezTo>
                    <a:pt x="147" y="19"/>
                    <a:pt x="1" y="311"/>
                    <a:pt x="37" y="677"/>
                  </a:cubicBezTo>
                  <a:cubicBezTo>
                    <a:pt x="54" y="1021"/>
                    <a:pt x="218" y="1300"/>
                    <a:pt x="405" y="1300"/>
                  </a:cubicBezTo>
                  <a:cubicBezTo>
                    <a:pt x="416" y="1300"/>
                    <a:pt x="427" y="1299"/>
                    <a:pt x="439" y="1297"/>
                  </a:cubicBezTo>
                  <a:cubicBezTo>
                    <a:pt x="640" y="1279"/>
                    <a:pt x="786" y="969"/>
                    <a:pt x="767" y="622"/>
                  </a:cubicBezTo>
                  <a:cubicBezTo>
                    <a:pt x="732" y="268"/>
                    <a:pt x="560" y="0"/>
                    <a:pt x="3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25900" lIns="91425" spcFirstLastPara="1" rIns="91425" wrap="square" tIns="2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3" name="Google Shape;873;p10"/>
            <p:cNvSpPr/>
            <p:nvPr/>
          </p:nvSpPr>
          <p:spPr>
            <a:xfrm>
              <a:off x="2560320" y="2332800"/>
              <a:ext cx="30240" cy="51480"/>
            </a:xfrm>
            <a:custGeom>
              <a:rect b="b" l="l" r="r" t="t"/>
              <a:pathLst>
                <a:path extrusionOk="0" h="1299" w="768">
                  <a:moveTo>
                    <a:pt x="367" y="0"/>
                  </a:moveTo>
                  <a:cubicBezTo>
                    <a:pt x="360" y="0"/>
                    <a:pt x="354" y="1"/>
                    <a:pt x="348" y="1"/>
                  </a:cubicBezTo>
                  <a:cubicBezTo>
                    <a:pt x="147" y="20"/>
                    <a:pt x="1" y="312"/>
                    <a:pt x="19" y="677"/>
                  </a:cubicBezTo>
                  <a:cubicBezTo>
                    <a:pt x="55" y="1013"/>
                    <a:pt x="227" y="1298"/>
                    <a:pt x="421" y="1298"/>
                  </a:cubicBezTo>
                  <a:cubicBezTo>
                    <a:pt x="427" y="1298"/>
                    <a:pt x="433" y="1298"/>
                    <a:pt x="439" y="1297"/>
                  </a:cubicBezTo>
                  <a:cubicBezTo>
                    <a:pt x="640" y="1279"/>
                    <a:pt x="768" y="987"/>
                    <a:pt x="749" y="622"/>
                  </a:cubicBezTo>
                  <a:cubicBezTo>
                    <a:pt x="732" y="268"/>
                    <a:pt x="560" y="0"/>
                    <a:pt x="3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25900" lIns="91425" spcFirstLastPara="1" rIns="91425" wrap="square" tIns="2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4" name="Google Shape;874;p10"/>
            <p:cNvSpPr/>
            <p:nvPr/>
          </p:nvSpPr>
          <p:spPr>
            <a:xfrm>
              <a:off x="2492640" y="2328840"/>
              <a:ext cx="57240" cy="176040"/>
            </a:xfrm>
            <a:custGeom>
              <a:rect b="b" l="l" r="r" t="t"/>
              <a:pathLst>
                <a:path extrusionOk="0" h="4413" w="1443">
                  <a:moveTo>
                    <a:pt x="499" y="1"/>
                  </a:moveTo>
                  <a:cubicBezTo>
                    <a:pt x="459" y="1"/>
                    <a:pt x="420" y="29"/>
                    <a:pt x="420" y="79"/>
                  </a:cubicBezTo>
                  <a:cubicBezTo>
                    <a:pt x="402" y="1393"/>
                    <a:pt x="785" y="2781"/>
                    <a:pt x="1095" y="4059"/>
                  </a:cubicBezTo>
                  <a:cubicBezTo>
                    <a:pt x="767" y="4113"/>
                    <a:pt x="438" y="4113"/>
                    <a:pt x="110" y="4168"/>
                  </a:cubicBezTo>
                  <a:cubicBezTo>
                    <a:pt x="0" y="4205"/>
                    <a:pt x="0" y="4351"/>
                    <a:pt x="110" y="4387"/>
                  </a:cubicBezTo>
                  <a:cubicBezTo>
                    <a:pt x="238" y="4405"/>
                    <a:pt x="367" y="4413"/>
                    <a:pt x="496" y="4413"/>
                  </a:cubicBezTo>
                  <a:cubicBezTo>
                    <a:pt x="769" y="4413"/>
                    <a:pt x="1042" y="4376"/>
                    <a:pt x="1315" y="4314"/>
                  </a:cubicBezTo>
                  <a:cubicBezTo>
                    <a:pt x="1388" y="4296"/>
                    <a:pt x="1442" y="4223"/>
                    <a:pt x="1442" y="4150"/>
                  </a:cubicBezTo>
                  <a:cubicBezTo>
                    <a:pt x="1278" y="3475"/>
                    <a:pt x="1114" y="2799"/>
                    <a:pt x="986" y="2124"/>
                  </a:cubicBezTo>
                  <a:cubicBezTo>
                    <a:pt x="876" y="1430"/>
                    <a:pt x="749" y="736"/>
                    <a:pt x="584" y="61"/>
                  </a:cubicBezTo>
                  <a:cubicBezTo>
                    <a:pt x="568" y="20"/>
                    <a:pt x="533" y="1"/>
                    <a:pt x="49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88200" lIns="91425" spcFirstLastPara="1" rIns="91425" wrap="square" tIns="88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5" name="Google Shape;875;p10"/>
            <p:cNvSpPr/>
            <p:nvPr/>
          </p:nvSpPr>
          <p:spPr>
            <a:xfrm>
              <a:off x="2178720" y="2357640"/>
              <a:ext cx="65880" cy="106200"/>
            </a:xfrm>
            <a:custGeom>
              <a:rect b="b" l="l" r="r" t="t"/>
              <a:pathLst>
                <a:path extrusionOk="0" h="2669" w="1658">
                  <a:moveTo>
                    <a:pt x="1193" y="1"/>
                  </a:moveTo>
                  <a:cubicBezTo>
                    <a:pt x="955" y="1"/>
                    <a:pt x="688" y="180"/>
                    <a:pt x="512" y="330"/>
                  </a:cubicBezTo>
                  <a:cubicBezTo>
                    <a:pt x="183" y="622"/>
                    <a:pt x="0" y="1060"/>
                    <a:pt x="55" y="1516"/>
                  </a:cubicBezTo>
                  <a:cubicBezTo>
                    <a:pt x="92" y="1954"/>
                    <a:pt x="329" y="2338"/>
                    <a:pt x="712" y="2538"/>
                  </a:cubicBezTo>
                  <a:cubicBezTo>
                    <a:pt x="856" y="2610"/>
                    <a:pt x="1039" y="2669"/>
                    <a:pt x="1207" y="2669"/>
                  </a:cubicBezTo>
                  <a:cubicBezTo>
                    <a:pt x="1382" y="2669"/>
                    <a:pt x="1542" y="2606"/>
                    <a:pt x="1625" y="2429"/>
                  </a:cubicBezTo>
                  <a:cubicBezTo>
                    <a:pt x="1658" y="2364"/>
                    <a:pt x="1632" y="2298"/>
                    <a:pt x="1574" y="2298"/>
                  </a:cubicBezTo>
                  <a:cubicBezTo>
                    <a:pt x="1567" y="2298"/>
                    <a:pt x="1560" y="2299"/>
                    <a:pt x="1552" y="2301"/>
                  </a:cubicBezTo>
                  <a:cubicBezTo>
                    <a:pt x="1508" y="2299"/>
                    <a:pt x="1465" y="2298"/>
                    <a:pt x="1424" y="2298"/>
                  </a:cubicBezTo>
                  <a:cubicBezTo>
                    <a:pt x="1370" y="2298"/>
                    <a:pt x="1318" y="2299"/>
                    <a:pt x="1268" y="2299"/>
                  </a:cubicBezTo>
                  <a:cubicBezTo>
                    <a:pt x="1092" y="2299"/>
                    <a:pt x="938" y="2283"/>
                    <a:pt x="767" y="2137"/>
                  </a:cubicBezTo>
                  <a:cubicBezTo>
                    <a:pt x="475" y="1900"/>
                    <a:pt x="347" y="1516"/>
                    <a:pt x="420" y="1133"/>
                  </a:cubicBezTo>
                  <a:cubicBezTo>
                    <a:pt x="475" y="841"/>
                    <a:pt x="658" y="603"/>
                    <a:pt x="895" y="439"/>
                  </a:cubicBezTo>
                  <a:cubicBezTo>
                    <a:pt x="1078" y="330"/>
                    <a:pt x="1278" y="311"/>
                    <a:pt x="1424" y="147"/>
                  </a:cubicBezTo>
                  <a:cubicBezTo>
                    <a:pt x="1443" y="129"/>
                    <a:pt x="1443" y="92"/>
                    <a:pt x="1424" y="74"/>
                  </a:cubicBezTo>
                  <a:cubicBezTo>
                    <a:pt x="1354" y="22"/>
                    <a:pt x="1275" y="1"/>
                    <a:pt x="119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53275" lIns="91425" spcFirstLastPara="1" rIns="91425" wrap="square" tIns="53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6" name="Google Shape;876;p10"/>
            <p:cNvSpPr/>
            <p:nvPr/>
          </p:nvSpPr>
          <p:spPr>
            <a:xfrm>
              <a:off x="2441160" y="2542680"/>
              <a:ext cx="64080" cy="23400"/>
            </a:xfrm>
            <a:custGeom>
              <a:rect b="b" l="l" r="r" t="t"/>
              <a:pathLst>
                <a:path extrusionOk="0" h="595" w="1615">
                  <a:moveTo>
                    <a:pt x="247" y="1"/>
                  </a:moveTo>
                  <a:cubicBezTo>
                    <a:pt x="92" y="1"/>
                    <a:pt x="0" y="227"/>
                    <a:pt x="171" y="335"/>
                  </a:cubicBezTo>
                  <a:cubicBezTo>
                    <a:pt x="423" y="500"/>
                    <a:pt x="720" y="594"/>
                    <a:pt x="1018" y="594"/>
                  </a:cubicBezTo>
                  <a:cubicBezTo>
                    <a:pt x="1150" y="594"/>
                    <a:pt x="1283" y="575"/>
                    <a:pt x="1412" y="536"/>
                  </a:cubicBezTo>
                  <a:cubicBezTo>
                    <a:pt x="1614" y="469"/>
                    <a:pt x="1552" y="183"/>
                    <a:pt x="1368" y="183"/>
                  </a:cubicBezTo>
                  <a:cubicBezTo>
                    <a:pt x="1353" y="183"/>
                    <a:pt x="1337" y="185"/>
                    <a:pt x="1321" y="189"/>
                  </a:cubicBezTo>
                  <a:cubicBezTo>
                    <a:pt x="1222" y="210"/>
                    <a:pt x="1122" y="221"/>
                    <a:pt x="1025" y="221"/>
                  </a:cubicBezTo>
                  <a:cubicBezTo>
                    <a:pt x="780" y="221"/>
                    <a:pt x="544" y="155"/>
                    <a:pt x="335" y="25"/>
                  </a:cubicBezTo>
                  <a:cubicBezTo>
                    <a:pt x="304" y="8"/>
                    <a:pt x="274" y="1"/>
                    <a:pt x="24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1875" lIns="91425" spcFirstLastPara="1" rIns="91425" wrap="square" tIns="1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7" name="Google Shape;877;p10"/>
            <p:cNvSpPr/>
            <p:nvPr/>
          </p:nvSpPr>
          <p:spPr>
            <a:xfrm>
              <a:off x="1776960" y="3574800"/>
              <a:ext cx="734040" cy="183600"/>
            </a:xfrm>
            <a:custGeom>
              <a:rect b="b" l="l" r="r" t="t"/>
              <a:pathLst>
                <a:path extrusionOk="0" h="4603" w="18368">
                  <a:moveTo>
                    <a:pt x="2770" y="1"/>
                  </a:moveTo>
                  <a:cubicBezTo>
                    <a:pt x="2463" y="1"/>
                    <a:pt x="2158" y="24"/>
                    <a:pt x="1862" y="67"/>
                  </a:cubicBezTo>
                  <a:cubicBezTo>
                    <a:pt x="1223" y="177"/>
                    <a:pt x="493" y="359"/>
                    <a:pt x="0" y="797"/>
                  </a:cubicBezTo>
                  <a:cubicBezTo>
                    <a:pt x="0" y="797"/>
                    <a:pt x="0" y="834"/>
                    <a:pt x="18" y="834"/>
                  </a:cubicBezTo>
                  <a:cubicBezTo>
                    <a:pt x="767" y="670"/>
                    <a:pt x="1424" y="341"/>
                    <a:pt x="2191" y="268"/>
                  </a:cubicBezTo>
                  <a:cubicBezTo>
                    <a:pt x="2347" y="256"/>
                    <a:pt x="2504" y="250"/>
                    <a:pt x="2660" y="250"/>
                  </a:cubicBezTo>
                  <a:cubicBezTo>
                    <a:pt x="3233" y="250"/>
                    <a:pt x="3804" y="329"/>
                    <a:pt x="4363" y="487"/>
                  </a:cubicBezTo>
                  <a:cubicBezTo>
                    <a:pt x="5915" y="889"/>
                    <a:pt x="7430" y="1400"/>
                    <a:pt x="8963" y="1856"/>
                  </a:cubicBezTo>
                  <a:lnTo>
                    <a:pt x="18146" y="4594"/>
                  </a:lnTo>
                  <a:cubicBezTo>
                    <a:pt x="18161" y="4600"/>
                    <a:pt x="18176" y="4602"/>
                    <a:pt x="18190" y="4602"/>
                  </a:cubicBezTo>
                  <a:cubicBezTo>
                    <a:pt x="18322" y="4602"/>
                    <a:pt x="18367" y="4388"/>
                    <a:pt x="18219" y="4339"/>
                  </a:cubicBezTo>
                  <a:lnTo>
                    <a:pt x="8525" y="1436"/>
                  </a:lnTo>
                  <a:cubicBezTo>
                    <a:pt x="6974" y="962"/>
                    <a:pt x="5385" y="359"/>
                    <a:pt x="3779" y="85"/>
                  </a:cubicBezTo>
                  <a:cubicBezTo>
                    <a:pt x="3445" y="28"/>
                    <a:pt x="3106" y="1"/>
                    <a:pt x="277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8" name="Google Shape;878;p10"/>
            <p:cNvSpPr/>
            <p:nvPr/>
          </p:nvSpPr>
          <p:spPr>
            <a:xfrm>
              <a:off x="2620080" y="3536280"/>
              <a:ext cx="384840" cy="40680"/>
            </a:xfrm>
            <a:custGeom>
              <a:rect b="b" l="l" r="r" t="t"/>
              <a:pathLst>
                <a:path extrusionOk="0" h="1023" w="9629">
                  <a:moveTo>
                    <a:pt x="1708" y="0"/>
                  </a:moveTo>
                  <a:cubicBezTo>
                    <a:pt x="1134" y="0"/>
                    <a:pt x="562" y="41"/>
                    <a:pt x="1" y="123"/>
                  </a:cubicBezTo>
                  <a:cubicBezTo>
                    <a:pt x="1" y="142"/>
                    <a:pt x="1" y="142"/>
                    <a:pt x="1" y="160"/>
                  </a:cubicBezTo>
                  <a:cubicBezTo>
                    <a:pt x="636" y="220"/>
                    <a:pt x="1259" y="256"/>
                    <a:pt x="1889" y="256"/>
                  </a:cubicBezTo>
                  <a:cubicBezTo>
                    <a:pt x="2020" y="256"/>
                    <a:pt x="2151" y="254"/>
                    <a:pt x="2283" y="251"/>
                  </a:cubicBezTo>
                  <a:cubicBezTo>
                    <a:pt x="3049" y="270"/>
                    <a:pt x="3798" y="306"/>
                    <a:pt x="4565" y="361"/>
                  </a:cubicBezTo>
                  <a:cubicBezTo>
                    <a:pt x="6189" y="489"/>
                    <a:pt x="7814" y="708"/>
                    <a:pt x="9420" y="1018"/>
                  </a:cubicBezTo>
                  <a:cubicBezTo>
                    <a:pt x="9432" y="1021"/>
                    <a:pt x="9442" y="1022"/>
                    <a:pt x="9453" y="1022"/>
                  </a:cubicBezTo>
                  <a:cubicBezTo>
                    <a:pt x="9576" y="1022"/>
                    <a:pt x="9628" y="833"/>
                    <a:pt x="9493" y="799"/>
                  </a:cubicBezTo>
                  <a:cubicBezTo>
                    <a:pt x="7924" y="489"/>
                    <a:pt x="6335" y="270"/>
                    <a:pt x="4747" y="142"/>
                  </a:cubicBezTo>
                  <a:cubicBezTo>
                    <a:pt x="3926" y="87"/>
                    <a:pt x="3104" y="32"/>
                    <a:pt x="2283" y="14"/>
                  </a:cubicBezTo>
                  <a:cubicBezTo>
                    <a:pt x="2091" y="5"/>
                    <a:pt x="1899" y="0"/>
                    <a:pt x="170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20500" lIns="91425" spcFirstLastPara="1" rIns="91425" wrap="square" tIns="20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9" name="Google Shape;879;p10"/>
            <p:cNvSpPr/>
            <p:nvPr/>
          </p:nvSpPr>
          <p:spPr>
            <a:xfrm>
              <a:off x="1908720" y="2964600"/>
              <a:ext cx="123480" cy="620640"/>
            </a:xfrm>
            <a:custGeom>
              <a:rect b="b" l="l" r="r" t="t"/>
              <a:pathLst>
                <a:path extrusionOk="0" h="15531" w="3095">
                  <a:moveTo>
                    <a:pt x="1505" y="0"/>
                  </a:moveTo>
                  <a:cubicBezTo>
                    <a:pt x="1456" y="0"/>
                    <a:pt x="1420" y="60"/>
                    <a:pt x="1433" y="100"/>
                  </a:cubicBezTo>
                  <a:cubicBezTo>
                    <a:pt x="2620" y="2729"/>
                    <a:pt x="1634" y="5267"/>
                    <a:pt x="1105" y="7932"/>
                  </a:cubicBezTo>
                  <a:cubicBezTo>
                    <a:pt x="612" y="10396"/>
                    <a:pt x="247" y="12879"/>
                    <a:pt x="9" y="15380"/>
                  </a:cubicBezTo>
                  <a:cubicBezTo>
                    <a:pt x="0" y="15480"/>
                    <a:pt x="78" y="15531"/>
                    <a:pt x="160" y="15531"/>
                  </a:cubicBezTo>
                  <a:cubicBezTo>
                    <a:pt x="242" y="15531"/>
                    <a:pt x="329" y="15480"/>
                    <a:pt x="338" y="15380"/>
                  </a:cubicBezTo>
                  <a:cubicBezTo>
                    <a:pt x="594" y="12368"/>
                    <a:pt x="1086" y="9374"/>
                    <a:pt x="1780" y="6417"/>
                  </a:cubicBezTo>
                  <a:cubicBezTo>
                    <a:pt x="2255" y="4463"/>
                    <a:pt x="3094" y="1762"/>
                    <a:pt x="1561" y="27"/>
                  </a:cubicBezTo>
                  <a:cubicBezTo>
                    <a:pt x="1542" y="8"/>
                    <a:pt x="1522" y="0"/>
                    <a:pt x="15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0" name="Google Shape;880;p10"/>
            <p:cNvSpPr/>
            <p:nvPr/>
          </p:nvSpPr>
          <p:spPr>
            <a:xfrm>
              <a:off x="1866240" y="2891880"/>
              <a:ext cx="55080" cy="20520"/>
            </a:xfrm>
            <a:custGeom>
              <a:rect b="b" l="l" r="r" t="t"/>
              <a:pathLst>
                <a:path extrusionOk="0" h="519" w="1388">
                  <a:moveTo>
                    <a:pt x="525" y="0"/>
                  </a:moveTo>
                  <a:cubicBezTo>
                    <a:pt x="374" y="0"/>
                    <a:pt x="223" y="33"/>
                    <a:pt x="92" y="99"/>
                  </a:cubicBezTo>
                  <a:cubicBezTo>
                    <a:pt x="0" y="135"/>
                    <a:pt x="55" y="263"/>
                    <a:pt x="128" y="263"/>
                  </a:cubicBezTo>
                  <a:cubicBezTo>
                    <a:pt x="347" y="263"/>
                    <a:pt x="566" y="300"/>
                    <a:pt x="767" y="336"/>
                  </a:cubicBezTo>
                  <a:cubicBezTo>
                    <a:pt x="950" y="391"/>
                    <a:pt x="1114" y="519"/>
                    <a:pt x="1296" y="519"/>
                  </a:cubicBezTo>
                  <a:cubicBezTo>
                    <a:pt x="1351" y="519"/>
                    <a:pt x="1388" y="464"/>
                    <a:pt x="1388" y="409"/>
                  </a:cubicBezTo>
                  <a:cubicBezTo>
                    <a:pt x="1315" y="190"/>
                    <a:pt x="1023" y="99"/>
                    <a:pt x="822" y="44"/>
                  </a:cubicBezTo>
                  <a:cubicBezTo>
                    <a:pt x="727" y="15"/>
                    <a:pt x="626" y="0"/>
                    <a:pt x="5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0425" lIns="91425" spcFirstLastPara="1" rIns="91425" wrap="square" tIns="10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1" name="Google Shape;881;p10"/>
            <p:cNvSpPr/>
            <p:nvPr/>
          </p:nvSpPr>
          <p:spPr>
            <a:xfrm>
              <a:off x="2770560" y="2880360"/>
              <a:ext cx="39960" cy="27720"/>
            </a:xfrm>
            <a:custGeom>
              <a:rect b="b" l="l" r="r" t="t"/>
              <a:pathLst>
                <a:path extrusionOk="0" h="700" w="1005">
                  <a:moveTo>
                    <a:pt x="737" y="1"/>
                  </a:moveTo>
                  <a:cubicBezTo>
                    <a:pt x="601" y="1"/>
                    <a:pt x="452" y="67"/>
                    <a:pt x="347" y="149"/>
                  </a:cubicBezTo>
                  <a:cubicBezTo>
                    <a:pt x="183" y="258"/>
                    <a:pt x="0" y="404"/>
                    <a:pt x="0" y="605"/>
                  </a:cubicBezTo>
                  <a:cubicBezTo>
                    <a:pt x="0" y="652"/>
                    <a:pt x="41" y="700"/>
                    <a:pt x="100" y="700"/>
                  </a:cubicBezTo>
                  <a:cubicBezTo>
                    <a:pt x="109" y="700"/>
                    <a:pt x="118" y="699"/>
                    <a:pt x="128" y="696"/>
                  </a:cubicBezTo>
                  <a:cubicBezTo>
                    <a:pt x="274" y="642"/>
                    <a:pt x="384" y="514"/>
                    <a:pt x="530" y="459"/>
                  </a:cubicBezTo>
                  <a:cubicBezTo>
                    <a:pt x="694" y="386"/>
                    <a:pt x="877" y="368"/>
                    <a:pt x="968" y="240"/>
                  </a:cubicBezTo>
                  <a:cubicBezTo>
                    <a:pt x="1004" y="185"/>
                    <a:pt x="986" y="112"/>
                    <a:pt x="950" y="76"/>
                  </a:cubicBezTo>
                  <a:cubicBezTo>
                    <a:pt x="890" y="23"/>
                    <a:pt x="816" y="1"/>
                    <a:pt x="7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4025" lIns="91425" spcFirstLastPara="1" rIns="91425" wrap="square" tIns="14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2" name="Google Shape;882;p10"/>
            <p:cNvSpPr/>
            <p:nvPr/>
          </p:nvSpPr>
          <p:spPr>
            <a:xfrm>
              <a:off x="1607040" y="3369600"/>
              <a:ext cx="329040" cy="101520"/>
            </a:xfrm>
            <a:custGeom>
              <a:rect b="b" l="l" r="r" t="t"/>
              <a:pathLst>
                <a:path extrusionOk="0" h="2550" w="8235">
                  <a:moveTo>
                    <a:pt x="110" y="1"/>
                  </a:moveTo>
                  <a:cubicBezTo>
                    <a:pt x="19" y="1"/>
                    <a:pt x="1" y="147"/>
                    <a:pt x="92" y="183"/>
                  </a:cubicBezTo>
                  <a:cubicBezTo>
                    <a:pt x="713" y="439"/>
                    <a:pt x="1425" y="548"/>
                    <a:pt x="2082" y="731"/>
                  </a:cubicBezTo>
                  <a:cubicBezTo>
                    <a:pt x="2721" y="913"/>
                    <a:pt x="3396" y="1096"/>
                    <a:pt x="4072" y="1278"/>
                  </a:cubicBezTo>
                  <a:cubicBezTo>
                    <a:pt x="5386" y="1680"/>
                    <a:pt x="6700" y="2100"/>
                    <a:pt x="8015" y="2538"/>
                  </a:cubicBezTo>
                  <a:cubicBezTo>
                    <a:pt x="8032" y="2546"/>
                    <a:pt x="8048" y="2549"/>
                    <a:pt x="8063" y="2549"/>
                  </a:cubicBezTo>
                  <a:cubicBezTo>
                    <a:pt x="8192" y="2549"/>
                    <a:pt x="8235" y="2295"/>
                    <a:pt x="8088" y="2246"/>
                  </a:cubicBezTo>
                  <a:cubicBezTo>
                    <a:pt x="6755" y="1771"/>
                    <a:pt x="5404" y="1351"/>
                    <a:pt x="4053" y="950"/>
                  </a:cubicBezTo>
                  <a:cubicBezTo>
                    <a:pt x="3378" y="767"/>
                    <a:pt x="2721" y="585"/>
                    <a:pt x="2045" y="420"/>
                  </a:cubicBezTo>
                  <a:cubicBezTo>
                    <a:pt x="1388" y="256"/>
                    <a:pt x="749" y="37"/>
                    <a:pt x="1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50750" lIns="91425" spcFirstLastPara="1" rIns="91425" wrap="square" tIns="50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7" name="Google Shape;887;p11"/>
          <p:cNvGrpSpPr/>
          <p:nvPr/>
        </p:nvGrpSpPr>
        <p:grpSpPr>
          <a:xfrm>
            <a:off x="4498200" y="1023840"/>
            <a:ext cx="4200120" cy="3344760"/>
            <a:chOff x="4498200" y="1023840"/>
            <a:chExt cx="4200120" cy="3344760"/>
          </a:xfrm>
        </p:grpSpPr>
        <p:sp>
          <p:nvSpPr>
            <p:cNvPr id="888" name="Google Shape;888;p11"/>
            <p:cNvSpPr/>
            <p:nvPr/>
          </p:nvSpPr>
          <p:spPr>
            <a:xfrm>
              <a:off x="4498200" y="1023840"/>
              <a:ext cx="4200120" cy="3344760"/>
            </a:xfrm>
            <a:custGeom>
              <a:rect b="b" l="l" r="r" t="t"/>
              <a:pathLst>
                <a:path extrusionOk="0" h="8699" w="13729">
                  <a:moveTo>
                    <a:pt x="407" y="1"/>
                  </a:moveTo>
                  <a:cubicBezTo>
                    <a:pt x="175" y="1"/>
                    <a:pt x="1" y="175"/>
                    <a:pt x="1" y="392"/>
                  </a:cubicBezTo>
                  <a:lnTo>
                    <a:pt x="1" y="8292"/>
                  </a:lnTo>
                  <a:cubicBezTo>
                    <a:pt x="1" y="8524"/>
                    <a:pt x="175" y="8698"/>
                    <a:pt x="407" y="8698"/>
                  </a:cubicBezTo>
                  <a:lnTo>
                    <a:pt x="13322" y="8698"/>
                  </a:lnTo>
                  <a:cubicBezTo>
                    <a:pt x="13540" y="8698"/>
                    <a:pt x="13728" y="8524"/>
                    <a:pt x="13728" y="8292"/>
                  </a:cubicBezTo>
                  <a:lnTo>
                    <a:pt x="13728" y="392"/>
                  </a:lnTo>
                  <a:cubicBezTo>
                    <a:pt x="13728" y="175"/>
                    <a:pt x="13540" y="1"/>
                    <a:pt x="133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9" name="Google Shape;889;p11"/>
            <p:cNvSpPr/>
            <p:nvPr/>
          </p:nvSpPr>
          <p:spPr>
            <a:xfrm>
              <a:off x="4556160" y="1297080"/>
              <a:ext cx="4084560" cy="2987640"/>
            </a:xfrm>
            <a:custGeom>
              <a:rect b="b" l="l" r="r" t="t"/>
              <a:pathLst>
                <a:path extrusionOk="0" h="7771" w="13351">
                  <a:moveTo>
                    <a:pt x="319" y="1"/>
                  </a:moveTo>
                  <a:cubicBezTo>
                    <a:pt x="145" y="1"/>
                    <a:pt x="0" y="131"/>
                    <a:pt x="0" y="305"/>
                  </a:cubicBezTo>
                  <a:lnTo>
                    <a:pt x="0" y="7452"/>
                  </a:lnTo>
                  <a:cubicBezTo>
                    <a:pt x="0" y="7626"/>
                    <a:pt x="145" y="7771"/>
                    <a:pt x="319" y="7771"/>
                  </a:cubicBezTo>
                  <a:lnTo>
                    <a:pt x="13032" y="7771"/>
                  </a:lnTo>
                  <a:cubicBezTo>
                    <a:pt x="13206" y="7771"/>
                    <a:pt x="13351" y="7626"/>
                    <a:pt x="13351" y="7452"/>
                  </a:cubicBezTo>
                  <a:lnTo>
                    <a:pt x="13351" y="305"/>
                  </a:lnTo>
                  <a:cubicBezTo>
                    <a:pt x="13351" y="131"/>
                    <a:pt x="13206" y="1"/>
                    <a:pt x="130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0" name="Google Shape;890;p11"/>
            <p:cNvSpPr/>
            <p:nvPr/>
          </p:nvSpPr>
          <p:spPr>
            <a:xfrm>
              <a:off x="8503200" y="1106640"/>
              <a:ext cx="106560" cy="106560"/>
            </a:xfrm>
            <a:custGeom>
              <a:rect b="b" l="l" r="r" t="t"/>
              <a:pathLst>
                <a:path extrusionOk="0" h="349" w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3275" lIns="91425" spcFirstLastPara="1" rIns="91425" wrap="square" tIns="53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1" name="Google Shape;891;p11"/>
            <p:cNvSpPr/>
            <p:nvPr/>
          </p:nvSpPr>
          <p:spPr>
            <a:xfrm>
              <a:off x="8330400" y="1106640"/>
              <a:ext cx="106200" cy="106560"/>
            </a:xfrm>
            <a:custGeom>
              <a:rect b="b" l="l" r="r" t="t"/>
              <a:pathLst>
                <a:path extrusionOk="0" h="349" w="348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3275" lIns="91425" spcFirstLastPara="1" rIns="91425" wrap="square" tIns="53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2" name="Google Shape;892;p11"/>
            <p:cNvSpPr/>
            <p:nvPr/>
          </p:nvSpPr>
          <p:spPr>
            <a:xfrm>
              <a:off x="8130600" y="1105200"/>
              <a:ext cx="128880" cy="109440"/>
            </a:xfrm>
            <a:custGeom>
              <a:rect b="b" l="l" r="r" t="t"/>
              <a:pathLst>
                <a:path extrusionOk="0" h="359" w="422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700" lIns="91425" spcFirstLastPara="1" rIns="91425" wrap="square" tIns="54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93" name="Google Shape;893;p11"/>
          <p:cNvGrpSpPr/>
          <p:nvPr/>
        </p:nvGrpSpPr>
        <p:grpSpPr>
          <a:xfrm>
            <a:off x="4753800" y="1368360"/>
            <a:ext cx="4200120" cy="3344760"/>
            <a:chOff x="4753800" y="1368360"/>
            <a:chExt cx="4200120" cy="3344760"/>
          </a:xfrm>
        </p:grpSpPr>
        <p:sp>
          <p:nvSpPr>
            <p:cNvPr id="894" name="Google Shape;894;p11"/>
            <p:cNvSpPr/>
            <p:nvPr/>
          </p:nvSpPr>
          <p:spPr>
            <a:xfrm>
              <a:off x="4753800" y="1368360"/>
              <a:ext cx="4200120" cy="3344760"/>
            </a:xfrm>
            <a:custGeom>
              <a:rect b="b" l="l" r="r" t="t"/>
              <a:pathLst>
                <a:path extrusionOk="0" h="8699" w="13729">
                  <a:moveTo>
                    <a:pt x="407" y="1"/>
                  </a:moveTo>
                  <a:cubicBezTo>
                    <a:pt x="175" y="1"/>
                    <a:pt x="1" y="175"/>
                    <a:pt x="1" y="392"/>
                  </a:cubicBezTo>
                  <a:lnTo>
                    <a:pt x="1" y="8292"/>
                  </a:lnTo>
                  <a:cubicBezTo>
                    <a:pt x="1" y="8524"/>
                    <a:pt x="175" y="8698"/>
                    <a:pt x="407" y="8698"/>
                  </a:cubicBezTo>
                  <a:lnTo>
                    <a:pt x="13322" y="8698"/>
                  </a:lnTo>
                  <a:cubicBezTo>
                    <a:pt x="13540" y="8698"/>
                    <a:pt x="13728" y="8524"/>
                    <a:pt x="13728" y="8292"/>
                  </a:cubicBezTo>
                  <a:lnTo>
                    <a:pt x="13728" y="392"/>
                  </a:lnTo>
                  <a:cubicBezTo>
                    <a:pt x="13728" y="175"/>
                    <a:pt x="13540" y="1"/>
                    <a:pt x="133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4811760" y="1641600"/>
              <a:ext cx="4084560" cy="2987640"/>
            </a:xfrm>
            <a:custGeom>
              <a:rect b="b" l="l" r="r" t="t"/>
              <a:pathLst>
                <a:path extrusionOk="0" h="7771" w="13351">
                  <a:moveTo>
                    <a:pt x="319" y="1"/>
                  </a:moveTo>
                  <a:cubicBezTo>
                    <a:pt x="145" y="1"/>
                    <a:pt x="0" y="131"/>
                    <a:pt x="0" y="305"/>
                  </a:cubicBezTo>
                  <a:lnTo>
                    <a:pt x="0" y="7452"/>
                  </a:lnTo>
                  <a:cubicBezTo>
                    <a:pt x="0" y="7626"/>
                    <a:pt x="145" y="7771"/>
                    <a:pt x="319" y="7771"/>
                  </a:cubicBezTo>
                  <a:lnTo>
                    <a:pt x="13032" y="7771"/>
                  </a:lnTo>
                  <a:cubicBezTo>
                    <a:pt x="13206" y="7771"/>
                    <a:pt x="13351" y="7626"/>
                    <a:pt x="13351" y="7452"/>
                  </a:cubicBezTo>
                  <a:lnTo>
                    <a:pt x="13351" y="305"/>
                  </a:lnTo>
                  <a:cubicBezTo>
                    <a:pt x="13351" y="131"/>
                    <a:pt x="13206" y="1"/>
                    <a:pt x="130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6" name="Google Shape;896;p11"/>
            <p:cNvSpPr/>
            <p:nvPr/>
          </p:nvSpPr>
          <p:spPr>
            <a:xfrm>
              <a:off x="8758800" y="1451160"/>
              <a:ext cx="106560" cy="106560"/>
            </a:xfrm>
            <a:custGeom>
              <a:rect b="b" l="l" r="r" t="t"/>
              <a:pathLst>
                <a:path extrusionOk="0" h="349" w="349">
                  <a:moveTo>
                    <a:pt x="174" y="1"/>
                  </a:moveTo>
                  <a:cubicBezTo>
                    <a:pt x="87" y="1"/>
                    <a:pt x="0" y="88"/>
                    <a:pt x="0" y="175"/>
                  </a:cubicBezTo>
                  <a:cubicBezTo>
                    <a:pt x="0" y="276"/>
                    <a:pt x="87" y="348"/>
                    <a:pt x="174" y="348"/>
                  </a:cubicBezTo>
                  <a:cubicBezTo>
                    <a:pt x="276" y="348"/>
                    <a:pt x="348" y="276"/>
                    <a:pt x="348" y="175"/>
                  </a:cubicBezTo>
                  <a:cubicBezTo>
                    <a:pt x="348" y="88"/>
                    <a:pt x="276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3275" lIns="91425" spcFirstLastPara="1" rIns="91425" wrap="square" tIns="53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7" name="Google Shape;897;p11"/>
            <p:cNvSpPr/>
            <p:nvPr/>
          </p:nvSpPr>
          <p:spPr>
            <a:xfrm>
              <a:off x="8585640" y="1451160"/>
              <a:ext cx="106200" cy="106560"/>
            </a:xfrm>
            <a:custGeom>
              <a:rect b="b" l="l" r="r" t="t"/>
              <a:pathLst>
                <a:path extrusionOk="0" h="349" w="348">
                  <a:moveTo>
                    <a:pt x="174" y="1"/>
                  </a:moveTo>
                  <a:cubicBezTo>
                    <a:pt x="73" y="1"/>
                    <a:pt x="0" y="88"/>
                    <a:pt x="0" y="175"/>
                  </a:cubicBezTo>
                  <a:cubicBezTo>
                    <a:pt x="0" y="276"/>
                    <a:pt x="73" y="348"/>
                    <a:pt x="174" y="348"/>
                  </a:cubicBezTo>
                  <a:cubicBezTo>
                    <a:pt x="275" y="348"/>
                    <a:pt x="348" y="276"/>
                    <a:pt x="348" y="175"/>
                  </a:cubicBezTo>
                  <a:cubicBezTo>
                    <a:pt x="348" y="88"/>
                    <a:pt x="275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3275" lIns="91425" spcFirstLastPara="1" rIns="91425" wrap="square" tIns="53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8" name="Google Shape;898;p11"/>
            <p:cNvSpPr/>
            <p:nvPr/>
          </p:nvSpPr>
          <p:spPr>
            <a:xfrm>
              <a:off x="8385840" y="1449720"/>
              <a:ext cx="128880" cy="109440"/>
            </a:xfrm>
            <a:custGeom>
              <a:rect b="b" l="l" r="r" t="t"/>
              <a:pathLst>
                <a:path extrusionOk="0" h="359" w="422">
                  <a:moveTo>
                    <a:pt x="247" y="1"/>
                  </a:moveTo>
                  <a:cubicBezTo>
                    <a:pt x="88" y="1"/>
                    <a:pt x="1" y="189"/>
                    <a:pt x="117" y="305"/>
                  </a:cubicBezTo>
                  <a:cubicBezTo>
                    <a:pt x="154" y="342"/>
                    <a:pt x="198" y="358"/>
                    <a:pt x="241" y="358"/>
                  </a:cubicBezTo>
                  <a:cubicBezTo>
                    <a:pt x="334" y="358"/>
                    <a:pt x="421" y="283"/>
                    <a:pt x="421" y="175"/>
                  </a:cubicBezTo>
                  <a:cubicBezTo>
                    <a:pt x="421" y="73"/>
                    <a:pt x="349" y="1"/>
                    <a:pt x="2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54700" lIns="91425" spcFirstLastPara="1" rIns="91425" wrap="square" tIns="54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pic>
        <p:nvPicPr>
          <p:cNvPr id="899" name="Google Shape;899;p11"/>
          <p:cNvPicPr preferRelativeResize="0"/>
          <p:nvPr/>
        </p:nvPicPr>
        <p:blipFill rotWithShape="1">
          <a:blip r:embed="rId3">
            <a:alphaModFix/>
          </a:blip>
          <a:srcRect b="2069" l="0" r="0" t="2070"/>
          <a:stretch/>
        </p:blipFill>
        <p:spPr>
          <a:xfrm>
            <a:off x="4883400" y="1801800"/>
            <a:ext cx="3938400" cy="2696760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11"/>
          <p:cNvSpPr/>
          <p:nvPr/>
        </p:nvSpPr>
        <p:spPr>
          <a:xfrm>
            <a:off x="5098680" y="1646280"/>
            <a:ext cx="145800" cy="155160"/>
          </a:xfrm>
          <a:custGeom>
            <a:rect b="b" l="l" r="r" t="t"/>
            <a:pathLst>
              <a:path extrusionOk="0" h="836" w="987">
                <a:moveTo>
                  <a:pt x="566" y="1"/>
                </a:moveTo>
                <a:cubicBezTo>
                  <a:pt x="189" y="1"/>
                  <a:pt x="0" y="450"/>
                  <a:pt x="261" y="711"/>
                </a:cubicBezTo>
                <a:cubicBezTo>
                  <a:pt x="347" y="797"/>
                  <a:pt x="453" y="836"/>
                  <a:pt x="558" y="836"/>
                </a:cubicBezTo>
                <a:cubicBezTo>
                  <a:pt x="771" y="836"/>
                  <a:pt x="976" y="674"/>
                  <a:pt x="986" y="421"/>
                </a:cubicBezTo>
                <a:cubicBezTo>
                  <a:pt x="986" y="189"/>
                  <a:pt x="798" y="1"/>
                  <a:pt x="56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77750" lIns="91425" spcFirstLastPara="1" rIns="91425" wrap="square" tIns="77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01" name="Google Shape;901;p11"/>
          <p:cNvSpPr/>
          <p:nvPr/>
        </p:nvSpPr>
        <p:spPr>
          <a:xfrm>
            <a:off x="5345280" y="1646280"/>
            <a:ext cx="145800" cy="155160"/>
          </a:xfrm>
          <a:custGeom>
            <a:rect b="b" l="l" r="r" t="t"/>
            <a:pathLst>
              <a:path extrusionOk="0" h="836" w="987">
                <a:moveTo>
                  <a:pt x="566" y="1"/>
                </a:moveTo>
                <a:cubicBezTo>
                  <a:pt x="189" y="1"/>
                  <a:pt x="0" y="450"/>
                  <a:pt x="261" y="711"/>
                </a:cubicBezTo>
                <a:cubicBezTo>
                  <a:pt x="352" y="797"/>
                  <a:pt x="461" y="836"/>
                  <a:pt x="567" y="836"/>
                </a:cubicBezTo>
                <a:cubicBezTo>
                  <a:pt x="784" y="836"/>
                  <a:pt x="986" y="674"/>
                  <a:pt x="986" y="421"/>
                </a:cubicBezTo>
                <a:cubicBezTo>
                  <a:pt x="986" y="189"/>
                  <a:pt x="798" y="1"/>
                  <a:pt x="56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77750" lIns="91425" spcFirstLastPara="1" rIns="91425" wrap="square" tIns="77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02" name="Google Shape;902;p11"/>
          <p:cNvSpPr txBox="1"/>
          <p:nvPr>
            <p:ph type="title"/>
          </p:nvPr>
        </p:nvSpPr>
        <p:spPr>
          <a:xfrm>
            <a:off x="714240" y="685800"/>
            <a:ext cx="3419280" cy="108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ata"/>
              <a:buNone/>
            </a:pPr>
            <a:r>
              <a:rPr b="0" lang="en-US" sz="2800" u="none" strike="noStrik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Заключения</a:t>
            </a:r>
            <a:endParaRPr b="0" sz="2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11"/>
          <p:cNvSpPr txBox="1"/>
          <p:nvPr>
            <p:ph idx="1" type="subTitle"/>
          </p:nvPr>
        </p:nvSpPr>
        <p:spPr>
          <a:xfrm>
            <a:off x="723960" y="1781280"/>
            <a:ext cx="3381120" cy="2933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9999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Проектът представя цялостно и професионално решение за управление на здравни данни чрез уеб приложение. Използването на модерни технологии и ясни архитектурни диаграми осигурява </a:t>
            </a:r>
            <a:r>
              <a:rPr b="0" i="1" lang="en-U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надеждност</a:t>
            </a:r>
            <a:r>
              <a:rPr b="0" i="0" lang="en-U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0" i="1" lang="en-U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удобство</a:t>
            </a:r>
            <a:r>
              <a:rPr b="0" i="0" lang="en-U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b="0" i="1" lang="en-U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персонализирано изживяване</a:t>
            </a:r>
            <a:r>
              <a:rPr b="0" i="0" lang="en-US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. Абонаментният модел подкрепя устойчивото развитие и разрастване на функционалностите според нуждите на потребителите.</a:t>
            </a:r>
            <a:endParaRPr b="0" i="0" sz="14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b9b28fcce9_0_0"/>
          <p:cNvSpPr/>
          <p:nvPr/>
        </p:nvSpPr>
        <p:spPr>
          <a:xfrm>
            <a:off x="5098680" y="1646280"/>
            <a:ext cx="145800" cy="155160"/>
          </a:xfrm>
          <a:custGeom>
            <a:rect b="b" l="l" r="r" t="t"/>
            <a:pathLst>
              <a:path extrusionOk="0" h="836" w="987">
                <a:moveTo>
                  <a:pt x="566" y="1"/>
                </a:moveTo>
                <a:cubicBezTo>
                  <a:pt x="189" y="1"/>
                  <a:pt x="0" y="450"/>
                  <a:pt x="261" y="711"/>
                </a:cubicBezTo>
                <a:cubicBezTo>
                  <a:pt x="347" y="797"/>
                  <a:pt x="453" y="836"/>
                  <a:pt x="558" y="836"/>
                </a:cubicBezTo>
                <a:cubicBezTo>
                  <a:pt x="771" y="836"/>
                  <a:pt x="976" y="674"/>
                  <a:pt x="986" y="421"/>
                </a:cubicBezTo>
                <a:cubicBezTo>
                  <a:pt x="986" y="189"/>
                  <a:pt x="798" y="1"/>
                  <a:pt x="56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77750" lIns="91425" spcFirstLastPara="1" rIns="91425" wrap="square" tIns="77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09" name="Google Shape;909;g3b9b28fcce9_0_0"/>
          <p:cNvSpPr/>
          <p:nvPr/>
        </p:nvSpPr>
        <p:spPr>
          <a:xfrm>
            <a:off x="5345280" y="1646280"/>
            <a:ext cx="145800" cy="155160"/>
          </a:xfrm>
          <a:custGeom>
            <a:rect b="b" l="l" r="r" t="t"/>
            <a:pathLst>
              <a:path extrusionOk="0" h="836" w="987">
                <a:moveTo>
                  <a:pt x="566" y="1"/>
                </a:moveTo>
                <a:cubicBezTo>
                  <a:pt x="189" y="1"/>
                  <a:pt x="0" y="450"/>
                  <a:pt x="261" y="711"/>
                </a:cubicBezTo>
                <a:cubicBezTo>
                  <a:pt x="352" y="797"/>
                  <a:pt x="461" y="836"/>
                  <a:pt x="567" y="836"/>
                </a:cubicBezTo>
                <a:cubicBezTo>
                  <a:pt x="784" y="836"/>
                  <a:pt x="986" y="674"/>
                  <a:pt x="986" y="421"/>
                </a:cubicBezTo>
                <a:cubicBezTo>
                  <a:pt x="986" y="189"/>
                  <a:pt x="798" y="1"/>
                  <a:pt x="56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77750" lIns="91425" spcFirstLastPara="1" rIns="91425" wrap="square" tIns="77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10" name="Google Shape;910;g3b9b28fcce9_0_0"/>
          <p:cNvSpPr txBox="1"/>
          <p:nvPr>
            <p:ph type="title"/>
          </p:nvPr>
        </p:nvSpPr>
        <p:spPr>
          <a:xfrm>
            <a:off x="2173690" y="1646275"/>
            <a:ext cx="8705400" cy="108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ata"/>
              <a:buNone/>
            </a:pPr>
            <a:r>
              <a:rPr lang="en-US" sz="28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Благодарим за вниманието!</a:t>
            </a:r>
            <a:endParaRPr b="0" sz="2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-">
  <a:themeElements>
    <a:clrScheme name="Simple Light">
      <a:dk1>
        <a:srgbClr val="2F4A8A"/>
      </a:dk1>
      <a:lt1>
        <a:srgbClr val="FFFFFF"/>
      </a:lt1>
      <a:dk2>
        <a:srgbClr val="666666"/>
      </a:dk2>
      <a:lt2>
        <a:srgbClr val="4869B1"/>
      </a:lt2>
      <a:accent1>
        <a:srgbClr val="7EACEC"/>
      </a:accent1>
      <a:accent2>
        <a:srgbClr val="C3D9FB"/>
      </a:accent2>
      <a:accent3>
        <a:srgbClr val="90D1CB"/>
      </a:accent3>
      <a:accent4>
        <a:srgbClr val="AFDCDD"/>
      </a:accent4>
      <a:accent5>
        <a:srgbClr val="F8DBC4"/>
      </a:accent5>
      <a:accent6>
        <a:srgbClr val="FFB172"/>
      </a:accent6>
      <a:hlink>
        <a:srgbClr val="2F4A8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2026-01-21T19:11:05Z</dcterms:created>
  <dc:creator>Unknown Creator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12.0</vt:r8>
  </property>
</Properties>
</file>